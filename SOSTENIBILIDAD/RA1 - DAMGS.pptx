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22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DA5FCC3-1648-41B3-A557-2158F8B79D27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DFBAD6E9-4368-4540-8BD1-BDAC6DA47FF0}">
      <dgm:prSet/>
      <dgm:spPr/>
      <dgm:t>
        <a:bodyPr/>
        <a:lstStyle/>
        <a:p>
          <a:r>
            <a:rPr lang="es-ES" dirty="0" err="1"/>
            <a:t>Satisfer</a:t>
          </a:r>
          <a:r>
            <a:rPr lang="es-ES" dirty="0"/>
            <a:t> les </a:t>
          </a:r>
          <a:r>
            <a:rPr lang="es-ES" dirty="0" err="1"/>
            <a:t>necessitats</a:t>
          </a:r>
          <a:r>
            <a:rPr lang="es-ES" dirty="0"/>
            <a:t> </a:t>
          </a:r>
          <a:r>
            <a:rPr lang="es-ES" dirty="0" err="1"/>
            <a:t>actuals</a:t>
          </a:r>
          <a:r>
            <a:rPr lang="es-ES" dirty="0"/>
            <a:t> </a:t>
          </a:r>
          <a:r>
            <a:rPr lang="es-ES" dirty="0" err="1"/>
            <a:t>sense</a:t>
          </a:r>
          <a:r>
            <a:rPr lang="es-ES" dirty="0"/>
            <a:t> </a:t>
          </a:r>
          <a:r>
            <a:rPr lang="es-ES" dirty="0" err="1"/>
            <a:t>comprometre</a:t>
          </a:r>
          <a:r>
            <a:rPr lang="es-ES" dirty="0"/>
            <a:t> les futures </a:t>
          </a:r>
          <a:r>
            <a:rPr lang="es-ES" dirty="0" err="1"/>
            <a:t>generacions</a:t>
          </a:r>
          <a:r>
            <a:rPr lang="es-ES" dirty="0"/>
            <a:t>.</a:t>
          </a:r>
          <a:endParaRPr lang="en-US" dirty="0"/>
        </a:p>
      </dgm:t>
    </dgm:pt>
    <dgm:pt modelId="{59CCBB93-5147-41D7-A1CA-4E7811EED101}" type="parTrans" cxnId="{11325006-E261-4D95-BBCD-DB6F8413E773}">
      <dgm:prSet/>
      <dgm:spPr/>
      <dgm:t>
        <a:bodyPr/>
        <a:lstStyle/>
        <a:p>
          <a:endParaRPr lang="en-US"/>
        </a:p>
      </dgm:t>
    </dgm:pt>
    <dgm:pt modelId="{971E13FC-C434-4367-8781-AE16A856DEAD}" type="sibTrans" cxnId="{11325006-E261-4D95-BBCD-DB6F8413E773}">
      <dgm:prSet/>
      <dgm:spPr/>
      <dgm:t>
        <a:bodyPr/>
        <a:lstStyle/>
        <a:p>
          <a:endParaRPr lang="en-US"/>
        </a:p>
      </dgm:t>
    </dgm:pt>
    <dgm:pt modelId="{5D3E2535-DE85-4B41-99D1-3A66E1046BA1}">
      <dgm:prSet/>
      <dgm:spPr/>
      <dgm:t>
        <a:bodyPr/>
        <a:lstStyle/>
        <a:p>
          <a:r>
            <a:rPr lang="es-ES"/>
            <a:t>• Pilar Ambiental: Protecció dels recursos naturals, reducció de la contaminació.</a:t>
          </a:r>
          <a:endParaRPr lang="en-US"/>
        </a:p>
      </dgm:t>
    </dgm:pt>
    <dgm:pt modelId="{F2EE9D03-CEF2-4CA9-81D7-1C2F041DCBD8}" type="parTrans" cxnId="{A75C73E1-A063-42B3-9677-267ED5E48C42}">
      <dgm:prSet/>
      <dgm:spPr/>
      <dgm:t>
        <a:bodyPr/>
        <a:lstStyle/>
        <a:p>
          <a:endParaRPr lang="en-US"/>
        </a:p>
      </dgm:t>
    </dgm:pt>
    <dgm:pt modelId="{2A98D585-C7C4-4026-9ACF-55C41CBBDA06}" type="sibTrans" cxnId="{A75C73E1-A063-42B3-9677-267ED5E48C42}">
      <dgm:prSet/>
      <dgm:spPr/>
      <dgm:t>
        <a:bodyPr/>
        <a:lstStyle/>
        <a:p>
          <a:endParaRPr lang="en-US"/>
        </a:p>
      </dgm:t>
    </dgm:pt>
    <dgm:pt modelId="{62A97B0E-D311-4BAA-86E9-3B7119136C47}">
      <dgm:prSet/>
      <dgm:spPr/>
      <dgm:t>
        <a:bodyPr/>
        <a:lstStyle/>
        <a:p>
          <a:r>
            <a:rPr lang="es-ES"/>
            <a:t>• Pilar Social: Igualtat, condicions laborals justes, inclusió.</a:t>
          </a:r>
          <a:endParaRPr lang="en-US"/>
        </a:p>
      </dgm:t>
    </dgm:pt>
    <dgm:pt modelId="{CF0400B7-6A94-4FB0-B7B0-71F0191A1C55}" type="parTrans" cxnId="{A64FD5BB-1C17-4BC0-AB8A-6DC5F9B9783F}">
      <dgm:prSet/>
      <dgm:spPr/>
      <dgm:t>
        <a:bodyPr/>
        <a:lstStyle/>
        <a:p>
          <a:endParaRPr lang="en-US"/>
        </a:p>
      </dgm:t>
    </dgm:pt>
    <dgm:pt modelId="{AAF3BD14-835E-491F-B2D3-8C17E67BF49C}" type="sibTrans" cxnId="{A64FD5BB-1C17-4BC0-AB8A-6DC5F9B9783F}">
      <dgm:prSet/>
      <dgm:spPr/>
      <dgm:t>
        <a:bodyPr/>
        <a:lstStyle/>
        <a:p>
          <a:endParaRPr lang="en-US"/>
        </a:p>
      </dgm:t>
    </dgm:pt>
    <dgm:pt modelId="{B42CC6BF-5A74-4D27-B481-21D5E570AFD3}">
      <dgm:prSet/>
      <dgm:spPr/>
      <dgm:t>
        <a:bodyPr/>
        <a:lstStyle/>
        <a:p>
          <a:r>
            <a:rPr lang="es-ES"/>
            <a:t>• Pilar Econòmic: Creixement econòmic sostenible.</a:t>
          </a:r>
          <a:endParaRPr lang="en-US"/>
        </a:p>
      </dgm:t>
    </dgm:pt>
    <dgm:pt modelId="{86107488-7D1C-430F-B7F9-7505ABD02DF8}" type="parTrans" cxnId="{5A7FF34F-8D47-443C-B8DA-A1546D605959}">
      <dgm:prSet/>
      <dgm:spPr/>
      <dgm:t>
        <a:bodyPr/>
        <a:lstStyle/>
        <a:p>
          <a:endParaRPr lang="en-US"/>
        </a:p>
      </dgm:t>
    </dgm:pt>
    <dgm:pt modelId="{5AB5C74B-A47B-4D9D-AF60-FF38326210C5}" type="sibTrans" cxnId="{5A7FF34F-8D47-443C-B8DA-A1546D605959}">
      <dgm:prSet/>
      <dgm:spPr/>
      <dgm:t>
        <a:bodyPr/>
        <a:lstStyle/>
        <a:p>
          <a:endParaRPr lang="en-US"/>
        </a:p>
      </dgm:t>
    </dgm:pt>
    <dgm:pt modelId="{A29B7724-BAEB-40AE-B6D2-AD5AD32AFA32}" type="pres">
      <dgm:prSet presAssocID="{CDA5FCC3-1648-41B3-A557-2158F8B79D27}" presName="outerComposite" presStyleCnt="0">
        <dgm:presLayoutVars>
          <dgm:chMax val="5"/>
          <dgm:dir/>
          <dgm:resizeHandles val="exact"/>
        </dgm:presLayoutVars>
      </dgm:prSet>
      <dgm:spPr/>
    </dgm:pt>
    <dgm:pt modelId="{58B794E9-AC0F-402E-A73E-52F4D6E899CA}" type="pres">
      <dgm:prSet presAssocID="{CDA5FCC3-1648-41B3-A557-2158F8B79D27}" presName="dummyMaxCanvas" presStyleCnt="0">
        <dgm:presLayoutVars/>
      </dgm:prSet>
      <dgm:spPr/>
    </dgm:pt>
    <dgm:pt modelId="{5593A2AE-C21D-48AA-8EFC-F5FAFDEC3E07}" type="pres">
      <dgm:prSet presAssocID="{CDA5FCC3-1648-41B3-A557-2158F8B79D27}" presName="FourNodes_1" presStyleLbl="node1" presStyleIdx="0" presStyleCnt="4">
        <dgm:presLayoutVars>
          <dgm:bulletEnabled val="1"/>
        </dgm:presLayoutVars>
      </dgm:prSet>
      <dgm:spPr/>
    </dgm:pt>
    <dgm:pt modelId="{D3F02844-E0C5-41F9-BAFB-BCBA1C328E97}" type="pres">
      <dgm:prSet presAssocID="{CDA5FCC3-1648-41B3-A557-2158F8B79D27}" presName="FourNodes_2" presStyleLbl="node1" presStyleIdx="1" presStyleCnt="4">
        <dgm:presLayoutVars>
          <dgm:bulletEnabled val="1"/>
        </dgm:presLayoutVars>
      </dgm:prSet>
      <dgm:spPr/>
    </dgm:pt>
    <dgm:pt modelId="{B45BDB61-E749-4AD5-867D-7059D70F436A}" type="pres">
      <dgm:prSet presAssocID="{CDA5FCC3-1648-41B3-A557-2158F8B79D27}" presName="FourNodes_3" presStyleLbl="node1" presStyleIdx="2" presStyleCnt="4">
        <dgm:presLayoutVars>
          <dgm:bulletEnabled val="1"/>
        </dgm:presLayoutVars>
      </dgm:prSet>
      <dgm:spPr/>
    </dgm:pt>
    <dgm:pt modelId="{1B4CC554-79D2-4846-ADE2-FB9D24D85918}" type="pres">
      <dgm:prSet presAssocID="{CDA5FCC3-1648-41B3-A557-2158F8B79D27}" presName="FourNodes_4" presStyleLbl="node1" presStyleIdx="3" presStyleCnt="4">
        <dgm:presLayoutVars>
          <dgm:bulletEnabled val="1"/>
        </dgm:presLayoutVars>
      </dgm:prSet>
      <dgm:spPr/>
    </dgm:pt>
    <dgm:pt modelId="{05322B88-4BD3-4AB5-B7DF-03DA64B6C62C}" type="pres">
      <dgm:prSet presAssocID="{CDA5FCC3-1648-41B3-A557-2158F8B79D27}" presName="FourConn_1-2" presStyleLbl="fgAccFollowNode1" presStyleIdx="0" presStyleCnt="3">
        <dgm:presLayoutVars>
          <dgm:bulletEnabled val="1"/>
        </dgm:presLayoutVars>
      </dgm:prSet>
      <dgm:spPr/>
    </dgm:pt>
    <dgm:pt modelId="{A4C06AB1-D563-482B-AAF5-1A506563F236}" type="pres">
      <dgm:prSet presAssocID="{CDA5FCC3-1648-41B3-A557-2158F8B79D27}" presName="FourConn_2-3" presStyleLbl="fgAccFollowNode1" presStyleIdx="1" presStyleCnt="3">
        <dgm:presLayoutVars>
          <dgm:bulletEnabled val="1"/>
        </dgm:presLayoutVars>
      </dgm:prSet>
      <dgm:spPr/>
    </dgm:pt>
    <dgm:pt modelId="{188C52F1-3D11-49BA-86ED-689EC25AC54F}" type="pres">
      <dgm:prSet presAssocID="{CDA5FCC3-1648-41B3-A557-2158F8B79D27}" presName="FourConn_3-4" presStyleLbl="fgAccFollowNode1" presStyleIdx="2" presStyleCnt="3">
        <dgm:presLayoutVars>
          <dgm:bulletEnabled val="1"/>
        </dgm:presLayoutVars>
      </dgm:prSet>
      <dgm:spPr/>
    </dgm:pt>
    <dgm:pt modelId="{A2B860F3-7C78-4D73-9AFC-CBA33CBB49D2}" type="pres">
      <dgm:prSet presAssocID="{CDA5FCC3-1648-41B3-A557-2158F8B79D27}" presName="FourNodes_1_text" presStyleLbl="node1" presStyleIdx="3" presStyleCnt="4">
        <dgm:presLayoutVars>
          <dgm:bulletEnabled val="1"/>
        </dgm:presLayoutVars>
      </dgm:prSet>
      <dgm:spPr/>
    </dgm:pt>
    <dgm:pt modelId="{B580C3F1-42D7-4F1C-8C9A-1AC788E981A5}" type="pres">
      <dgm:prSet presAssocID="{CDA5FCC3-1648-41B3-A557-2158F8B79D27}" presName="FourNodes_2_text" presStyleLbl="node1" presStyleIdx="3" presStyleCnt="4">
        <dgm:presLayoutVars>
          <dgm:bulletEnabled val="1"/>
        </dgm:presLayoutVars>
      </dgm:prSet>
      <dgm:spPr/>
    </dgm:pt>
    <dgm:pt modelId="{68BDFE0E-2370-4049-B7B3-83FC7775CCA4}" type="pres">
      <dgm:prSet presAssocID="{CDA5FCC3-1648-41B3-A557-2158F8B79D27}" presName="FourNodes_3_text" presStyleLbl="node1" presStyleIdx="3" presStyleCnt="4">
        <dgm:presLayoutVars>
          <dgm:bulletEnabled val="1"/>
        </dgm:presLayoutVars>
      </dgm:prSet>
      <dgm:spPr/>
    </dgm:pt>
    <dgm:pt modelId="{D6E25EE3-641B-442B-9020-887BA3E9FC8B}" type="pres">
      <dgm:prSet presAssocID="{CDA5FCC3-1648-41B3-A557-2158F8B79D27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11325006-E261-4D95-BBCD-DB6F8413E773}" srcId="{CDA5FCC3-1648-41B3-A557-2158F8B79D27}" destId="{DFBAD6E9-4368-4540-8BD1-BDAC6DA47FF0}" srcOrd="0" destOrd="0" parTransId="{59CCBB93-5147-41D7-A1CA-4E7811EED101}" sibTransId="{971E13FC-C434-4367-8781-AE16A856DEAD}"/>
    <dgm:cxn modelId="{A143E214-C630-458D-97CF-1473DCAEDD26}" type="presOf" srcId="{DFBAD6E9-4368-4540-8BD1-BDAC6DA47FF0}" destId="{5593A2AE-C21D-48AA-8EFC-F5FAFDEC3E07}" srcOrd="0" destOrd="0" presId="urn:microsoft.com/office/officeart/2005/8/layout/vProcess5"/>
    <dgm:cxn modelId="{E4FE3E2A-177C-4111-A975-34F7CF5AF85F}" type="presOf" srcId="{5D3E2535-DE85-4B41-99D1-3A66E1046BA1}" destId="{B580C3F1-42D7-4F1C-8C9A-1AC788E981A5}" srcOrd="1" destOrd="0" presId="urn:microsoft.com/office/officeart/2005/8/layout/vProcess5"/>
    <dgm:cxn modelId="{23C0AC39-E493-4DBE-B8A1-4D794BFFFAA0}" type="presOf" srcId="{B42CC6BF-5A74-4D27-B481-21D5E570AFD3}" destId="{1B4CC554-79D2-4846-ADE2-FB9D24D85918}" srcOrd="0" destOrd="0" presId="urn:microsoft.com/office/officeart/2005/8/layout/vProcess5"/>
    <dgm:cxn modelId="{B0D1924A-67C5-48F7-9452-9EABC06A13CC}" type="presOf" srcId="{5D3E2535-DE85-4B41-99D1-3A66E1046BA1}" destId="{D3F02844-E0C5-41F9-BAFB-BCBA1C328E97}" srcOrd="0" destOrd="0" presId="urn:microsoft.com/office/officeart/2005/8/layout/vProcess5"/>
    <dgm:cxn modelId="{CB2D126F-8AD0-4B4E-93BD-AC6AF52E83A6}" type="presOf" srcId="{971E13FC-C434-4367-8781-AE16A856DEAD}" destId="{05322B88-4BD3-4AB5-B7DF-03DA64B6C62C}" srcOrd="0" destOrd="0" presId="urn:microsoft.com/office/officeart/2005/8/layout/vProcess5"/>
    <dgm:cxn modelId="{5A7FF34F-8D47-443C-B8DA-A1546D605959}" srcId="{CDA5FCC3-1648-41B3-A557-2158F8B79D27}" destId="{B42CC6BF-5A74-4D27-B481-21D5E570AFD3}" srcOrd="3" destOrd="0" parTransId="{86107488-7D1C-430F-B7F9-7505ABD02DF8}" sibTransId="{5AB5C74B-A47B-4D9D-AF60-FF38326210C5}"/>
    <dgm:cxn modelId="{2CCF7891-ABAB-4FFC-9F48-9E77B76F72CA}" type="presOf" srcId="{62A97B0E-D311-4BAA-86E9-3B7119136C47}" destId="{B45BDB61-E749-4AD5-867D-7059D70F436A}" srcOrd="0" destOrd="0" presId="urn:microsoft.com/office/officeart/2005/8/layout/vProcess5"/>
    <dgm:cxn modelId="{A64FD5BB-1C17-4BC0-AB8A-6DC5F9B9783F}" srcId="{CDA5FCC3-1648-41B3-A557-2158F8B79D27}" destId="{62A97B0E-D311-4BAA-86E9-3B7119136C47}" srcOrd="2" destOrd="0" parTransId="{CF0400B7-6A94-4FB0-B7B0-71F0191A1C55}" sibTransId="{AAF3BD14-835E-491F-B2D3-8C17E67BF49C}"/>
    <dgm:cxn modelId="{FBB8CEBF-8A62-4313-93E4-A68271E00FC7}" type="presOf" srcId="{DFBAD6E9-4368-4540-8BD1-BDAC6DA47FF0}" destId="{A2B860F3-7C78-4D73-9AFC-CBA33CBB49D2}" srcOrd="1" destOrd="0" presId="urn:microsoft.com/office/officeart/2005/8/layout/vProcess5"/>
    <dgm:cxn modelId="{ABEEDDC6-A40A-4A5E-BC93-19B75413876C}" type="presOf" srcId="{B42CC6BF-5A74-4D27-B481-21D5E570AFD3}" destId="{D6E25EE3-641B-442B-9020-887BA3E9FC8B}" srcOrd="1" destOrd="0" presId="urn:microsoft.com/office/officeart/2005/8/layout/vProcess5"/>
    <dgm:cxn modelId="{CFC110CB-D307-478C-B36F-C14293B1F2D7}" type="presOf" srcId="{AAF3BD14-835E-491F-B2D3-8C17E67BF49C}" destId="{188C52F1-3D11-49BA-86ED-689EC25AC54F}" srcOrd="0" destOrd="0" presId="urn:microsoft.com/office/officeart/2005/8/layout/vProcess5"/>
    <dgm:cxn modelId="{909763D8-90E1-40CB-887D-6769731084E8}" type="presOf" srcId="{2A98D585-C7C4-4026-9ACF-55C41CBBDA06}" destId="{A4C06AB1-D563-482B-AAF5-1A506563F236}" srcOrd="0" destOrd="0" presId="urn:microsoft.com/office/officeart/2005/8/layout/vProcess5"/>
    <dgm:cxn modelId="{D0B197DF-98EF-401F-AB2F-3C8D962F3BC4}" type="presOf" srcId="{62A97B0E-D311-4BAA-86E9-3B7119136C47}" destId="{68BDFE0E-2370-4049-B7B3-83FC7775CCA4}" srcOrd="1" destOrd="0" presId="urn:microsoft.com/office/officeart/2005/8/layout/vProcess5"/>
    <dgm:cxn modelId="{A75C73E1-A063-42B3-9677-267ED5E48C42}" srcId="{CDA5FCC3-1648-41B3-A557-2158F8B79D27}" destId="{5D3E2535-DE85-4B41-99D1-3A66E1046BA1}" srcOrd="1" destOrd="0" parTransId="{F2EE9D03-CEF2-4CA9-81D7-1C2F041DCBD8}" sibTransId="{2A98D585-C7C4-4026-9ACF-55C41CBBDA06}"/>
    <dgm:cxn modelId="{CE1228F6-F877-4540-B9F6-0D0EB8DA91B8}" type="presOf" srcId="{CDA5FCC3-1648-41B3-A557-2158F8B79D27}" destId="{A29B7724-BAEB-40AE-B6D2-AD5AD32AFA32}" srcOrd="0" destOrd="0" presId="urn:microsoft.com/office/officeart/2005/8/layout/vProcess5"/>
    <dgm:cxn modelId="{4D34882B-03A4-43B5-B441-AC3901441654}" type="presParOf" srcId="{A29B7724-BAEB-40AE-B6D2-AD5AD32AFA32}" destId="{58B794E9-AC0F-402E-A73E-52F4D6E899CA}" srcOrd="0" destOrd="0" presId="urn:microsoft.com/office/officeart/2005/8/layout/vProcess5"/>
    <dgm:cxn modelId="{D36A5A54-8192-4939-BF41-F0FC9493A7F8}" type="presParOf" srcId="{A29B7724-BAEB-40AE-B6D2-AD5AD32AFA32}" destId="{5593A2AE-C21D-48AA-8EFC-F5FAFDEC3E07}" srcOrd="1" destOrd="0" presId="urn:microsoft.com/office/officeart/2005/8/layout/vProcess5"/>
    <dgm:cxn modelId="{AC021D46-DFB8-4A18-91B0-BC9B7A8E719B}" type="presParOf" srcId="{A29B7724-BAEB-40AE-B6D2-AD5AD32AFA32}" destId="{D3F02844-E0C5-41F9-BAFB-BCBA1C328E97}" srcOrd="2" destOrd="0" presId="urn:microsoft.com/office/officeart/2005/8/layout/vProcess5"/>
    <dgm:cxn modelId="{5D72AC25-0CD4-4AED-B8D7-822BA96DC44D}" type="presParOf" srcId="{A29B7724-BAEB-40AE-B6D2-AD5AD32AFA32}" destId="{B45BDB61-E749-4AD5-867D-7059D70F436A}" srcOrd="3" destOrd="0" presId="urn:microsoft.com/office/officeart/2005/8/layout/vProcess5"/>
    <dgm:cxn modelId="{67420DE0-D919-45F4-9D5A-F5A992DC49A2}" type="presParOf" srcId="{A29B7724-BAEB-40AE-B6D2-AD5AD32AFA32}" destId="{1B4CC554-79D2-4846-ADE2-FB9D24D85918}" srcOrd="4" destOrd="0" presId="urn:microsoft.com/office/officeart/2005/8/layout/vProcess5"/>
    <dgm:cxn modelId="{F024D414-4432-44D3-9C46-092D242F68E6}" type="presParOf" srcId="{A29B7724-BAEB-40AE-B6D2-AD5AD32AFA32}" destId="{05322B88-4BD3-4AB5-B7DF-03DA64B6C62C}" srcOrd="5" destOrd="0" presId="urn:microsoft.com/office/officeart/2005/8/layout/vProcess5"/>
    <dgm:cxn modelId="{55F74F32-2B07-4355-B497-425AEE49B0AD}" type="presParOf" srcId="{A29B7724-BAEB-40AE-B6D2-AD5AD32AFA32}" destId="{A4C06AB1-D563-482B-AAF5-1A506563F236}" srcOrd="6" destOrd="0" presId="urn:microsoft.com/office/officeart/2005/8/layout/vProcess5"/>
    <dgm:cxn modelId="{43C87713-2AC2-4D25-91DD-95C37689BB53}" type="presParOf" srcId="{A29B7724-BAEB-40AE-B6D2-AD5AD32AFA32}" destId="{188C52F1-3D11-49BA-86ED-689EC25AC54F}" srcOrd="7" destOrd="0" presId="urn:microsoft.com/office/officeart/2005/8/layout/vProcess5"/>
    <dgm:cxn modelId="{6132285D-BA0F-483F-A7E1-3C8CEF9D10CC}" type="presParOf" srcId="{A29B7724-BAEB-40AE-B6D2-AD5AD32AFA32}" destId="{A2B860F3-7C78-4D73-9AFC-CBA33CBB49D2}" srcOrd="8" destOrd="0" presId="urn:microsoft.com/office/officeart/2005/8/layout/vProcess5"/>
    <dgm:cxn modelId="{9A18D417-055B-4ACA-A67C-B9283EB7C021}" type="presParOf" srcId="{A29B7724-BAEB-40AE-B6D2-AD5AD32AFA32}" destId="{B580C3F1-42D7-4F1C-8C9A-1AC788E981A5}" srcOrd="9" destOrd="0" presId="urn:microsoft.com/office/officeart/2005/8/layout/vProcess5"/>
    <dgm:cxn modelId="{508F03D4-A970-41B5-B221-6B643E73CBC7}" type="presParOf" srcId="{A29B7724-BAEB-40AE-B6D2-AD5AD32AFA32}" destId="{68BDFE0E-2370-4049-B7B3-83FC7775CCA4}" srcOrd="10" destOrd="0" presId="urn:microsoft.com/office/officeart/2005/8/layout/vProcess5"/>
    <dgm:cxn modelId="{388A9ED8-B390-462A-9B08-5D575B693BE5}" type="presParOf" srcId="{A29B7724-BAEB-40AE-B6D2-AD5AD32AFA32}" destId="{D6E25EE3-641B-442B-9020-887BA3E9FC8B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F778CAB-FBBA-4FC1-9F44-7334623139F3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BBBC81E-4BF3-4E26-B8C6-D11F88EC644A}">
      <dgm:prSet/>
      <dgm:spPr/>
      <dgm:t>
        <a:bodyPr/>
        <a:lstStyle/>
        <a:p>
          <a:r>
            <a:rPr lang="es-ES"/>
            <a:t>• Agenda 2030: 17 ODS.</a:t>
          </a:r>
          <a:endParaRPr lang="en-US"/>
        </a:p>
      </dgm:t>
    </dgm:pt>
    <dgm:pt modelId="{81B30130-B8C5-419D-949A-F2E59F78BB54}" type="parTrans" cxnId="{3F3010F1-D249-45AE-9391-B6598D05FD77}">
      <dgm:prSet/>
      <dgm:spPr/>
      <dgm:t>
        <a:bodyPr/>
        <a:lstStyle/>
        <a:p>
          <a:endParaRPr lang="en-US"/>
        </a:p>
      </dgm:t>
    </dgm:pt>
    <dgm:pt modelId="{8A264EF6-A1E5-44F2-95DA-D8F427A53FFB}" type="sibTrans" cxnId="{3F3010F1-D249-45AE-9391-B6598D05FD77}">
      <dgm:prSet/>
      <dgm:spPr/>
      <dgm:t>
        <a:bodyPr/>
        <a:lstStyle/>
        <a:p>
          <a:endParaRPr lang="en-US"/>
        </a:p>
      </dgm:t>
    </dgm:pt>
    <dgm:pt modelId="{2CADB0CE-E0B7-4E87-A762-1E9C59A1C7D5}">
      <dgm:prSet/>
      <dgm:spPr/>
      <dgm:t>
        <a:bodyPr/>
        <a:lstStyle/>
        <a:p>
          <a:r>
            <a:rPr lang="es-ES"/>
            <a:t>• Acord de París: Reducció de gasos d'efecte hivernacle.</a:t>
          </a:r>
          <a:endParaRPr lang="en-US"/>
        </a:p>
      </dgm:t>
    </dgm:pt>
    <dgm:pt modelId="{F40A802E-486E-478A-AAAF-678EFDB96B3B}" type="parTrans" cxnId="{349B8B0E-CC23-4230-828C-6D4CB493569B}">
      <dgm:prSet/>
      <dgm:spPr/>
      <dgm:t>
        <a:bodyPr/>
        <a:lstStyle/>
        <a:p>
          <a:endParaRPr lang="en-US"/>
        </a:p>
      </dgm:t>
    </dgm:pt>
    <dgm:pt modelId="{39A76BE7-87D4-4EDD-AFFA-FBB38C494324}" type="sibTrans" cxnId="{349B8B0E-CC23-4230-828C-6D4CB493569B}">
      <dgm:prSet/>
      <dgm:spPr/>
      <dgm:t>
        <a:bodyPr/>
        <a:lstStyle/>
        <a:p>
          <a:endParaRPr lang="en-US"/>
        </a:p>
      </dgm:t>
    </dgm:pt>
    <dgm:pt modelId="{60DA854B-D33C-498B-B1C1-CBC9AA193B01}">
      <dgm:prSet/>
      <dgm:spPr/>
      <dgm:t>
        <a:bodyPr/>
        <a:lstStyle/>
        <a:p>
          <a:r>
            <a:rPr lang="es-ES"/>
            <a:t>• Principis de l'Equador: Normes per gestionar riscos ambientals i socials.</a:t>
          </a:r>
          <a:endParaRPr lang="en-US"/>
        </a:p>
      </dgm:t>
    </dgm:pt>
    <dgm:pt modelId="{DC3CB5DD-0480-4425-B53B-DEDF639341D0}" type="parTrans" cxnId="{E83EFDDD-0606-47BF-9936-3DA99D560CD5}">
      <dgm:prSet/>
      <dgm:spPr/>
      <dgm:t>
        <a:bodyPr/>
        <a:lstStyle/>
        <a:p>
          <a:endParaRPr lang="en-US"/>
        </a:p>
      </dgm:t>
    </dgm:pt>
    <dgm:pt modelId="{E362DC88-04E3-4122-8EBB-373CACEF71B8}" type="sibTrans" cxnId="{E83EFDDD-0606-47BF-9936-3DA99D560CD5}">
      <dgm:prSet/>
      <dgm:spPr/>
      <dgm:t>
        <a:bodyPr/>
        <a:lstStyle/>
        <a:p>
          <a:endParaRPr lang="en-US"/>
        </a:p>
      </dgm:t>
    </dgm:pt>
    <dgm:pt modelId="{15FB3435-C6BC-410F-8EE7-92D6BE085264}" type="pres">
      <dgm:prSet presAssocID="{8F778CAB-FBBA-4FC1-9F44-7334623139F3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3F936F1-B1AE-4C98-BC58-AFA48F7CA789}" type="pres">
      <dgm:prSet presAssocID="{CBBBC81E-4BF3-4E26-B8C6-D11F88EC644A}" presName="hierRoot1" presStyleCnt="0"/>
      <dgm:spPr/>
    </dgm:pt>
    <dgm:pt modelId="{6DCC587C-B20B-4A1F-B85C-C58B3390C259}" type="pres">
      <dgm:prSet presAssocID="{CBBBC81E-4BF3-4E26-B8C6-D11F88EC644A}" presName="composite" presStyleCnt="0"/>
      <dgm:spPr/>
    </dgm:pt>
    <dgm:pt modelId="{8F9524CA-8F39-4695-9366-9AC87DD74A1F}" type="pres">
      <dgm:prSet presAssocID="{CBBBC81E-4BF3-4E26-B8C6-D11F88EC644A}" presName="background" presStyleLbl="node0" presStyleIdx="0" presStyleCnt="3"/>
      <dgm:spPr/>
    </dgm:pt>
    <dgm:pt modelId="{8DC0A446-2A7C-433C-A435-CDE6D6263FF6}" type="pres">
      <dgm:prSet presAssocID="{CBBBC81E-4BF3-4E26-B8C6-D11F88EC644A}" presName="text" presStyleLbl="fgAcc0" presStyleIdx="0" presStyleCnt="3">
        <dgm:presLayoutVars>
          <dgm:chPref val="3"/>
        </dgm:presLayoutVars>
      </dgm:prSet>
      <dgm:spPr/>
    </dgm:pt>
    <dgm:pt modelId="{E3E1015F-03BA-4CC9-BFB9-300414F557C4}" type="pres">
      <dgm:prSet presAssocID="{CBBBC81E-4BF3-4E26-B8C6-D11F88EC644A}" presName="hierChild2" presStyleCnt="0"/>
      <dgm:spPr/>
    </dgm:pt>
    <dgm:pt modelId="{F4CE329A-A9F2-4A7C-A109-1C5F44D7349B}" type="pres">
      <dgm:prSet presAssocID="{2CADB0CE-E0B7-4E87-A762-1E9C59A1C7D5}" presName="hierRoot1" presStyleCnt="0"/>
      <dgm:spPr/>
    </dgm:pt>
    <dgm:pt modelId="{16310708-84ED-42FA-A599-E9FBF60CFBB8}" type="pres">
      <dgm:prSet presAssocID="{2CADB0CE-E0B7-4E87-A762-1E9C59A1C7D5}" presName="composite" presStyleCnt="0"/>
      <dgm:spPr/>
    </dgm:pt>
    <dgm:pt modelId="{546A4493-CAD9-44EE-A163-E88888C8C17B}" type="pres">
      <dgm:prSet presAssocID="{2CADB0CE-E0B7-4E87-A762-1E9C59A1C7D5}" presName="background" presStyleLbl="node0" presStyleIdx="1" presStyleCnt="3"/>
      <dgm:spPr/>
    </dgm:pt>
    <dgm:pt modelId="{1695BBFA-F969-45CB-A054-D8B5E13AA3F4}" type="pres">
      <dgm:prSet presAssocID="{2CADB0CE-E0B7-4E87-A762-1E9C59A1C7D5}" presName="text" presStyleLbl="fgAcc0" presStyleIdx="1" presStyleCnt="3">
        <dgm:presLayoutVars>
          <dgm:chPref val="3"/>
        </dgm:presLayoutVars>
      </dgm:prSet>
      <dgm:spPr/>
    </dgm:pt>
    <dgm:pt modelId="{A8447AE2-E490-475A-868E-2A28ED414BC1}" type="pres">
      <dgm:prSet presAssocID="{2CADB0CE-E0B7-4E87-A762-1E9C59A1C7D5}" presName="hierChild2" presStyleCnt="0"/>
      <dgm:spPr/>
    </dgm:pt>
    <dgm:pt modelId="{0231D187-AA4F-4F68-B8D9-3103F36C8F7D}" type="pres">
      <dgm:prSet presAssocID="{60DA854B-D33C-498B-B1C1-CBC9AA193B01}" presName="hierRoot1" presStyleCnt="0"/>
      <dgm:spPr/>
    </dgm:pt>
    <dgm:pt modelId="{7244AF50-0AE7-4D81-A970-2F22A91DABF5}" type="pres">
      <dgm:prSet presAssocID="{60DA854B-D33C-498B-B1C1-CBC9AA193B01}" presName="composite" presStyleCnt="0"/>
      <dgm:spPr/>
    </dgm:pt>
    <dgm:pt modelId="{0E03C5F9-3123-4BF6-8CDB-38D90B00661F}" type="pres">
      <dgm:prSet presAssocID="{60DA854B-D33C-498B-B1C1-CBC9AA193B01}" presName="background" presStyleLbl="node0" presStyleIdx="2" presStyleCnt="3"/>
      <dgm:spPr/>
    </dgm:pt>
    <dgm:pt modelId="{19584E09-71D0-4CF7-89C4-5B29E427BB39}" type="pres">
      <dgm:prSet presAssocID="{60DA854B-D33C-498B-B1C1-CBC9AA193B01}" presName="text" presStyleLbl="fgAcc0" presStyleIdx="2" presStyleCnt="3">
        <dgm:presLayoutVars>
          <dgm:chPref val="3"/>
        </dgm:presLayoutVars>
      </dgm:prSet>
      <dgm:spPr/>
    </dgm:pt>
    <dgm:pt modelId="{5F5E3C96-0B41-402E-9093-648C38DDEEC8}" type="pres">
      <dgm:prSet presAssocID="{60DA854B-D33C-498B-B1C1-CBC9AA193B01}" presName="hierChild2" presStyleCnt="0"/>
      <dgm:spPr/>
    </dgm:pt>
  </dgm:ptLst>
  <dgm:cxnLst>
    <dgm:cxn modelId="{349B8B0E-CC23-4230-828C-6D4CB493569B}" srcId="{8F778CAB-FBBA-4FC1-9F44-7334623139F3}" destId="{2CADB0CE-E0B7-4E87-A762-1E9C59A1C7D5}" srcOrd="1" destOrd="0" parTransId="{F40A802E-486E-478A-AAAF-678EFDB96B3B}" sibTransId="{39A76BE7-87D4-4EDD-AFFA-FBB38C494324}"/>
    <dgm:cxn modelId="{DF0D8A4C-1D91-4C14-87E0-B373AE593626}" type="presOf" srcId="{2CADB0CE-E0B7-4E87-A762-1E9C59A1C7D5}" destId="{1695BBFA-F969-45CB-A054-D8B5E13AA3F4}" srcOrd="0" destOrd="0" presId="urn:microsoft.com/office/officeart/2005/8/layout/hierarchy1"/>
    <dgm:cxn modelId="{AEF85F96-7400-408E-9398-A595D97BBFE8}" type="presOf" srcId="{60DA854B-D33C-498B-B1C1-CBC9AA193B01}" destId="{19584E09-71D0-4CF7-89C4-5B29E427BB39}" srcOrd="0" destOrd="0" presId="urn:microsoft.com/office/officeart/2005/8/layout/hierarchy1"/>
    <dgm:cxn modelId="{5D3EF6A1-2CEE-48D7-AA72-5D5234D0CFA4}" type="presOf" srcId="{8F778CAB-FBBA-4FC1-9F44-7334623139F3}" destId="{15FB3435-C6BC-410F-8EE7-92D6BE085264}" srcOrd="0" destOrd="0" presId="urn:microsoft.com/office/officeart/2005/8/layout/hierarchy1"/>
    <dgm:cxn modelId="{2AC400D8-23DD-444B-85FB-83C2BAF61920}" type="presOf" srcId="{CBBBC81E-4BF3-4E26-B8C6-D11F88EC644A}" destId="{8DC0A446-2A7C-433C-A435-CDE6D6263FF6}" srcOrd="0" destOrd="0" presId="urn:microsoft.com/office/officeart/2005/8/layout/hierarchy1"/>
    <dgm:cxn modelId="{E83EFDDD-0606-47BF-9936-3DA99D560CD5}" srcId="{8F778CAB-FBBA-4FC1-9F44-7334623139F3}" destId="{60DA854B-D33C-498B-B1C1-CBC9AA193B01}" srcOrd="2" destOrd="0" parTransId="{DC3CB5DD-0480-4425-B53B-DEDF639341D0}" sibTransId="{E362DC88-04E3-4122-8EBB-373CACEF71B8}"/>
    <dgm:cxn modelId="{3F3010F1-D249-45AE-9391-B6598D05FD77}" srcId="{8F778CAB-FBBA-4FC1-9F44-7334623139F3}" destId="{CBBBC81E-4BF3-4E26-B8C6-D11F88EC644A}" srcOrd="0" destOrd="0" parTransId="{81B30130-B8C5-419D-949A-F2E59F78BB54}" sibTransId="{8A264EF6-A1E5-44F2-95DA-D8F427A53FFB}"/>
    <dgm:cxn modelId="{2414B337-1C8F-4069-8188-2A364BD28EBD}" type="presParOf" srcId="{15FB3435-C6BC-410F-8EE7-92D6BE085264}" destId="{43F936F1-B1AE-4C98-BC58-AFA48F7CA789}" srcOrd="0" destOrd="0" presId="urn:microsoft.com/office/officeart/2005/8/layout/hierarchy1"/>
    <dgm:cxn modelId="{84162D42-F99C-4C90-A3BB-34471B41C22E}" type="presParOf" srcId="{43F936F1-B1AE-4C98-BC58-AFA48F7CA789}" destId="{6DCC587C-B20B-4A1F-B85C-C58B3390C259}" srcOrd="0" destOrd="0" presId="urn:microsoft.com/office/officeart/2005/8/layout/hierarchy1"/>
    <dgm:cxn modelId="{931ADE3D-02CE-4755-9FCF-3D72FF832E25}" type="presParOf" srcId="{6DCC587C-B20B-4A1F-B85C-C58B3390C259}" destId="{8F9524CA-8F39-4695-9366-9AC87DD74A1F}" srcOrd="0" destOrd="0" presId="urn:microsoft.com/office/officeart/2005/8/layout/hierarchy1"/>
    <dgm:cxn modelId="{F205A52B-8CAB-4AD6-8981-452797142648}" type="presParOf" srcId="{6DCC587C-B20B-4A1F-B85C-C58B3390C259}" destId="{8DC0A446-2A7C-433C-A435-CDE6D6263FF6}" srcOrd="1" destOrd="0" presId="urn:microsoft.com/office/officeart/2005/8/layout/hierarchy1"/>
    <dgm:cxn modelId="{49B8058D-5B82-4876-8D68-759E014883AB}" type="presParOf" srcId="{43F936F1-B1AE-4C98-BC58-AFA48F7CA789}" destId="{E3E1015F-03BA-4CC9-BFB9-300414F557C4}" srcOrd="1" destOrd="0" presId="urn:microsoft.com/office/officeart/2005/8/layout/hierarchy1"/>
    <dgm:cxn modelId="{8BD5EDD5-C962-4263-9FF1-FE51BAE32373}" type="presParOf" srcId="{15FB3435-C6BC-410F-8EE7-92D6BE085264}" destId="{F4CE329A-A9F2-4A7C-A109-1C5F44D7349B}" srcOrd="1" destOrd="0" presId="urn:microsoft.com/office/officeart/2005/8/layout/hierarchy1"/>
    <dgm:cxn modelId="{35EEF9C2-5325-4485-856C-0BBA3A7E5DB8}" type="presParOf" srcId="{F4CE329A-A9F2-4A7C-A109-1C5F44D7349B}" destId="{16310708-84ED-42FA-A599-E9FBF60CFBB8}" srcOrd="0" destOrd="0" presId="urn:microsoft.com/office/officeart/2005/8/layout/hierarchy1"/>
    <dgm:cxn modelId="{FEC531E5-1AFF-4AF6-B536-155235C27EE6}" type="presParOf" srcId="{16310708-84ED-42FA-A599-E9FBF60CFBB8}" destId="{546A4493-CAD9-44EE-A163-E88888C8C17B}" srcOrd="0" destOrd="0" presId="urn:microsoft.com/office/officeart/2005/8/layout/hierarchy1"/>
    <dgm:cxn modelId="{6E7F92F1-8C74-4D7B-95BC-936FA0C0C1B4}" type="presParOf" srcId="{16310708-84ED-42FA-A599-E9FBF60CFBB8}" destId="{1695BBFA-F969-45CB-A054-D8B5E13AA3F4}" srcOrd="1" destOrd="0" presId="urn:microsoft.com/office/officeart/2005/8/layout/hierarchy1"/>
    <dgm:cxn modelId="{FD295019-B777-4B85-AB26-AB36701D13F6}" type="presParOf" srcId="{F4CE329A-A9F2-4A7C-A109-1C5F44D7349B}" destId="{A8447AE2-E490-475A-868E-2A28ED414BC1}" srcOrd="1" destOrd="0" presId="urn:microsoft.com/office/officeart/2005/8/layout/hierarchy1"/>
    <dgm:cxn modelId="{326215EA-2510-4D1A-95FA-A894ED145B83}" type="presParOf" srcId="{15FB3435-C6BC-410F-8EE7-92D6BE085264}" destId="{0231D187-AA4F-4F68-B8D9-3103F36C8F7D}" srcOrd="2" destOrd="0" presId="urn:microsoft.com/office/officeart/2005/8/layout/hierarchy1"/>
    <dgm:cxn modelId="{EA0A2307-E835-482D-B9AC-AC3EC51B6E89}" type="presParOf" srcId="{0231D187-AA4F-4F68-B8D9-3103F36C8F7D}" destId="{7244AF50-0AE7-4D81-A970-2F22A91DABF5}" srcOrd="0" destOrd="0" presId="urn:microsoft.com/office/officeart/2005/8/layout/hierarchy1"/>
    <dgm:cxn modelId="{D0944F54-444C-4E1F-9B8A-70D7E66C2162}" type="presParOf" srcId="{7244AF50-0AE7-4D81-A970-2F22A91DABF5}" destId="{0E03C5F9-3123-4BF6-8CDB-38D90B00661F}" srcOrd="0" destOrd="0" presId="urn:microsoft.com/office/officeart/2005/8/layout/hierarchy1"/>
    <dgm:cxn modelId="{0A306BCC-2E58-48F7-9AB6-FD1C3A293277}" type="presParOf" srcId="{7244AF50-0AE7-4D81-A970-2F22A91DABF5}" destId="{19584E09-71D0-4CF7-89C4-5B29E427BB39}" srcOrd="1" destOrd="0" presId="urn:microsoft.com/office/officeart/2005/8/layout/hierarchy1"/>
    <dgm:cxn modelId="{EFDEDABD-CC08-4700-BB13-4384528968D2}" type="presParOf" srcId="{0231D187-AA4F-4F68-B8D9-3103F36C8F7D}" destId="{5F5E3C96-0B41-402E-9093-648C38DDEEC8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0C41589-075D-447C-A20D-10EF357CB5DA}" type="doc">
      <dgm:prSet loTypeId="urn:microsoft.com/office/officeart/2005/8/layout/vList5" loCatId="list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68772C1-378C-4B1A-8012-958A318DA2C2}">
      <dgm:prSet/>
      <dgm:spPr/>
      <dgm:t>
        <a:bodyPr/>
        <a:lstStyle/>
        <a:p>
          <a:r>
            <a:rPr lang="es-ES"/>
            <a:t>• Eficiència energètica: Optimització dels recursos tecnològics.</a:t>
          </a:r>
          <a:endParaRPr lang="en-US"/>
        </a:p>
      </dgm:t>
    </dgm:pt>
    <dgm:pt modelId="{B643C987-C143-4E33-9365-2DE75CA72EEA}" type="parTrans" cxnId="{D7BE94E5-4B24-42E5-BFA8-0B883F366B71}">
      <dgm:prSet/>
      <dgm:spPr/>
      <dgm:t>
        <a:bodyPr/>
        <a:lstStyle/>
        <a:p>
          <a:endParaRPr lang="en-US"/>
        </a:p>
      </dgm:t>
    </dgm:pt>
    <dgm:pt modelId="{E3441B3D-0AC4-4FC2-80C3-EA51FE641733}" type="sibTrans" cxnId="{D7BE94E5-4B24-42E5-BFA8-0B883F366B71}">
      <dgm:prSet/>
      <dgm:spPr/>
      <dgm:t>
        <a:bodyPr/>
        <a:lstStyle/>
        <a:p>
          <a:endParaRPr lang="en-US"/>
        </a:p>
      </dgm:t>
    </dgm:pt>
    <dgm:pt modelId="{80439474-C84B-47A6-B5B8-3DCA4747FCB3}">
      <dgm:prSet/>
      <dgm:spPr/>
      <dgm:t>
        <a:bodyPr/>
        <a:lstStyle/>
        <a:p>
          <a:r>
            <a:rPr lang="es-ES"/>
            <a:t>• Gestió de residus digitals: Reduir codi obsolet i gestionar dades eficientment.</a:t>
          </a:r>
          <a:endParaRPr lang="en-US"/>
        </a:p>
      </dgm:t>
    </dgm:pt>
    <dgm:pt modelId="{F9059FD9-7A43-412B-B455-EF47951B3B7E}" type="parTrans" cxnId="{AE771D55-308B-4771-B6C9-20499589660E}">
      <dgm:prSet/>
      <dgm:spPr/>
      <dgm:t>
        <a:bodyPr/>
        <a:lstStyle/>
        <a:p>
          <a:endParaRPr lang="en-US"/>
        </a:p>
      </dgm:t>
    </dgm:pt>
    <dgm:pt modelId="{74D10FB5-4F08-479E-887F-D166B136087C}" type="sibTrans" cxnId="{AE771D55-308B-4771-B6C9-20499589660E}">
      <dgm:prSet/>
      <dgm:spPr/>
      <dgm:t>
        <a:bodyPr/>
        <a:lstStyle/>
        <a:p>
          <a:endParaRPr lang="en-US"/>
        </a:p>
      </dgm:t>
    </dgm:pt>
    <dgm:pt modelId="{54ADD481-37F0-4E7B-A3AD-16EC1C928125}">
      <dgm:prSet/>
      <dgm:spPr/>
      <dgm:t>
        <a:bodyPr/>
        <a:lstStyle/>
        <a:p>
          <a:r>
            <a:rPr lang="es-ES"/>
            <a:t>• Conservació de recursos: Reutilització de codi i programació sostenible.</a:t>
          </a:r>
          <a:endParaRPr lang="en-US"/>
        </a:p>
      </dgm:t>
    </dgm:pt>
    <dgm:pt modelId="{23DC1DE0-1B38-4CDA-B2FA-9C8161A664D2}" type="parTrans" cxnId="{621DD678-6EB8-41E4-801A-23D33E3D90F4}">
      <dgm:prSet/>
      <dgm:spPr/>
      <dgm:t>
        <a:bodyPr/>
        <a:lstStyle/>
        <a:p>
          <a:endParaRPr lang="en-US"/>
        </a:p>
      </dgm:t>
    </dgm:pt>
    <dgm:pt modelId="{138E313D-9273-4DF1-B1A3-7FE98F7128F3}" type="sibTrans" cxnId="{621DD678-6EB8-41E4-801A-23D33E3D90F4}">
      <dgm:prSet/>
      <dgm:spPr/>
      <dgm:t>
        <a:bodyPr/>
        <a:lstStyle/>
        <a:p>
          <a:endParaRPr lang="en-US"/>
        </a:p>
      </dgm:t>
    </dgm:pt>
    <dgm:pt modelId="{131A1BCA-8FD2-4AF7-A467-835CA00EE180}" type="pres">
      <dgm:prSet presAssocID="{C0C41589-075D-447C-A20D-10EF357CB5DA}" presName="Name0" presStyleCnt="0">
        <dgm:presLayoutVars>
          <dgm:dir/>
          <dgm:animLvl val="lvl"/>
          <dgm:resizeHandles val="exact"/>
        </dgm:presLayoutVars>
      </dgm:prSet>
      <dgm:spPr/>
    </dgm:pt>
    <dgm:pt modelId="{CF18EF83-4140-4B40-8F93-EC50E6D3CAAB}" type="pres">
      <dgm:prSet presAssocID="{A68772C1-378C-4B1A-8012-958A318DA2C2}" presName="linNode" presStyleCnt="0"/>
      <dgm:spPr/>
    </dgm:pt>
    <dgm:pt modelId="{9DABF696-1E87-4FC8-8AFA-0B6A738E4316}" type="pres">
      <dgm:prSet presAssocID="{A68772C1-378C-4B1A-8012-958A318DA2C2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C7A3AF87-532D-4FB8-9B66-889CFCDC6A19}" type="pres">
      <dgm:prSet presAssocID="{E3441B3D-0AC4-4FC2-80C3-EA51FE641733}" presName="sp" presStyleCnt="0"/>
      <dgm:spPr/>
    </dgm:pt>
    <dgm:pt modelId="{A5C01C1D-C69A-4C9B-B6C7-40B037245303}" type="pres">
      <dgm:prSet presAssocID="{80439474-C84B-47A6-B5B8-3DCA4747FCB3}" presName="linNode" presStyleCnt="0"/>
      <dgm:spPr/>
    </dgm:pt>
    <dgm:pt modelId="{9BDFCE01-3999-4611-AD14-9A4409C4623A}" type="pres">
      <dgm:prSet presAssocID="{80439474-C84B-47A6-B5B8-3DCA4747FCB3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34CA849E-FAA9-442B-B859-A1C2D22380CB}" type="pres">
      <dgm:prSet presAssocID="{74D10FB5-4F08-479E-887F-D166B136087C}" presName="sp" presStyleCnt="0"/>
      <dgm:spPr/>
    </dgm:pt>
    <dgm:pt modelId="{C9BC7176-2858-429E-AAB9-13C5021694C4}" type="pres">
      <dgm:prSet presAssocID="{54ADD481-37F0-4E7B-A3AD-16EC1C928125}" presName="linNode" presStyleCnt="0"/>
      <dgm:spPr/>
    </dgm:pt>
    <dgm:pt modelId="{CA101C89-ED22-4104-9B6C-8F7FADED9ACE}" type="pres">
      <dgm:prSet presAssocID="{54ADD481-37F0-4E7B-A3AD-16EC1C928125}" presName="parentText" presStyleLbl="node1" presStyleIdx="2" presStyleCnt="3">
        <dgm:presLayoutVars>
          <dgm:chMax val="1"/>
          <dgm:bulletEnabled val="1"/>
        </dgm:presLayoutVars>
      </dgm:prSet>
      <dgm:spPr/>
    </dgm:pt>
  </dgm:ptLst>
  <dgm:cxnLst>
    <dgm:cxn modelId="{E7D0280A-3127-4B6C-9B37-A4433084BC82}" type="presOf" srcId="{C0C41589-075D-447C-A20D-10EF357CB5DA}" destId="{131A1BCA-8FD2-4AF7-A467-835CA00EE180}" srcOrd="0" destOrd="0" presId="urn:microsoft.com/office/officeart/2005/8/layout/vList5"/>
    <dgm:cxn modelId="{6F60520A-2628-4C55-8062-8A529B096F2D}" type="presOf" srcId="{54ADD481-37F0-4E7B-A3AD-16EC1C928125}" destId="{CA101C89-ED22-4104-9B6C-8F7FADED9ACE}" srcOrd="0" destOrd="0" presId="urn:microsoft.com/office/officeart/2005/8/layout/vList5"/>
    <dgm:cxn modelId="{AE771D55-308B-4771-B6C9-20499589660E}" srcId="{C0C41589-075D-447C-A20D-10EF357CB5DA}" destId="{80439474-C84B-47A6-B5B8-3DCA4747FCB3}" srcOrd="1" destOrd="0" parTransId="{F9059FD9-7A43-412B-B455-EF47951B3B7E}" sibTransId="{74D10FB5-4F08-479E-887F-D166B136087C}"/>
    <dgm:cxn modelId="{621DD678-6EB8-41E4-801A-23D33E3D90F4}" srcId="{C0C41589-075D-447C-A20D-10EF357CB5DA}" destId="{54ADD481-37F0-4E7B-A3AD-16EC1C928125}" srcOrd="2" destOrd="0" parTransId="{23DC1DE0-1B38-4CDA-B2FA-9C8161A664D2}" sibTransId="{138E313D-9273-4DF1-B1A3-7FE98F7128F3}"/>
    <dgm:cxn modelId="{C8235D87-B4C2-40A5-A6BB-893A06511E1D}" type="presOf" srcId="{80439474-C84B-47A6-B5B8-3DCA4747FCB3}" destId="{9BDFCE01-3999-4611-AD14-9A4409C4623A}" srcOrd="0" destOrd="0" presId="urn:microsoft.com/office/officeart/2005/8/layout/vList5"/>
    <dgm:cxn modelId="{D7BE94E5-4B24-42E5-BFA8-0B883F366B71}" srcId="{C0C41589-075D-447C-A20D-10EF357CB5DA}" destId="{A68772C1-378C-4B1A-8012-958A318DA2C2}" srcOrd="0" destOrd="0" parTransId="{B643C987-C143-4E33-9365-2DE75CA72EEA}" sibTransId="{E3441B3D-0AC4-4FC2-80C3-EA51FE641733}"/>
    <dgm:cxn modelId="{00672DED-D673-43F9-B175-599063E1ACBB}" type="presOf" srcId="{A68772C1-378C-4B1A-8012-958A318DA2C2}" destId="{9DABF696-1E87-4FC8-8AFA-0B6A738E4316}" srcOrd="0" destOrd="0" presId="urn:microsoft.com/office/officeart/2005/8/layout/vList5"/>
    <dgm:cxn modelId="{D5808710-051B-4DAD-A708-8FED65E0376D}" type="presParOf" srcId="{131A1BCA-8FD2-4AF7-A467-835CA00EE180}" destId="{CF18EF83-4140-4B40-8F93-EC50E6D3CAAB}" srcOrd="0" destOrd="0" presId="urn:microsoft.com/office/officeart/2005/8/layout/vList5"/>
    <dgm:cxn modelId="{E287C140-9925-417F-8D2D-09489431FC1C}" type="presParOf" srcId="{CF18EF83-4140-4B40-8F93-EC50E6D3CAAB}" destId="{9DABF696-1E87-4FC8-8AFA-0B6A738E4316}" srcOrd="0" destOrd="0" presId="urn:microsoft.com/office/officeart/2005/8/layout/vList5"/>
    <dgm:cxn modelId="{1640676C-97FC-431D-8133-BA41FE8478B2}" type="presParOf" srcId="{131A1BCA-8FD2-4AF7-A467-835CA00EE180}" destId="{C7A3AF87-532D-4FB8-9B66-889CFCDC6A19}" srcOrd="1" destOrd="0" presId="urn:microsoft.com/office/officeart/2005/8/layout/vList5"/>
    <dgm:cxn modelId="{5E278A0B-5827-438B-824D-D404DAE3A42A}" type="presParOf" srcId="{131A1BCA-8FD2-4AF7-A467-835CA00EE180}" destId="{A5C01C1D-C69A-4C9B-B6C7-40B037245303}" srcOrd="2" destOrd="0" presId="urn:microsoft.com/office/officeart/2005/8/layout/vList5"/>
    <dgm:cxn modelId="{082F5D4E-43BE-47A3-A06B-3E8A4553A5F3}" type="presParOf" srcId="{A5C01C1D-C69A-4C9B-B6C7-40B037245303}" destId="{9BDFCE01-3999-4611-AD14-9A4409C4623A}" srcOrd="0" destOrd="0" presId="urn:microsoft.com/office/officeart/2005/8/layout/vList5"/>
    <dgm:cxn modelId="{025B7BB5-0B95-45D7-918B-37E0FF4D6D3C}" type="presParOf" srcId="{131A1BCA-8FD2-4AF7-A467-835CA00EE180}" destId="{34CA849E-FAA9-442B-B859-A1C2D22380CB}" srcOrd="3" destOrd="0" presId="urn:microsoft.com/office/officeart/2005/8/layout/vList5"/>
    <dgm:cxn modelId="{A082F404-A76C-4538-BC53-77025F87B956}" type="presParOf" srcId="{131A1BCA-8FD2-4AF7-A467-835CA00EE180}" destId="{C9BC7176-2858-429E-AAB9-13C5021694C4}" srcOrd="4" destOrd="0" presId="urn:microsoft.com/office/officeart/2005/8/layout/vList5"/>
    <dgm:cxn modelId="{B50FE4C6-A707-4A59-A3D8-52D67D409349}" type="presParOf" srcId="{C9BC7176-2858-429E-AAB9-13C5021694C4}" destId="{CA101C89-ED22-4104-9B6C-8F7FADED9ACE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3180368-800B-4C08-BDE2-05243C5156DB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98635BE3-A506-4FA4-AE50-16C2870DB243}">
      <dgm:prSet/>
      <dgm:spPr/>
      <dgm:t>
        <a:bodyPr/>
        <a:lstStyle/>
        <a:p>
          <a:r>
            <a:rPr lang="es-ES"/>
            <a:t>• Condicions laborals segures: Garantir un ambient saludable i just.</a:t>
          </a:r>
          <a:endParaRPr lang="en-US"/>
        </a:p>
      </dgm:t>
    </dgm:pt>
    <dgm:pt modelId="{93C94453-1901-4F55-A6E5-A868F6AA09EF}" type="parTrans" cxnId="{4814C406-E654-48AD-A1DC-E15674C899E0}">
      <dgm:prSet/>
      <dgm:spPr/>
      <dgm:t>
        <a:bodyPr/>
        <a:lstStyle/>
        <a:p>
          <a:endParaRPr lang="en-US"/>
        </a:p>
      </dgm:t>
    </dgm:pt>
    <dgm:pt modelId="{DF7E1503-086C-4EBB-BDC0-4669E5EA1026}" type="sibTrans" cxnId="{4814C406-E654-48AD-A1DC-E15674C899E0}">
      <dgm:prSet/>
      <dgm:spPr/>
      <dgm:t>
        <a:bodyPr/>
        <a:lstStyle/>
        <a:p>
          <a:endParaRPr lang="en-US"/>
        </a:p>
      </dgm:t>
    </dgm:pt>
    <dgm:pt modelId="{D59C45E6-F391-4B34-BBB0-F2072C97C572}">
      <dgm:prSet/>
      <dgm:spPr/>
      <dgm:t>
        <a:bodyPr/>
        <a:lstStyle/>
        <a:p>
          <a:r>
            <a:rPr lang="es-ES"/>
            <a:t>• Inclusió i diversitat: Aplicacions accessibles per a tothom.</a:t>
          </a:r>
          <a:endParaRPr lang="en-US"/>
        </a:p>
      </dgm:t>
    </dgm:pt>
    <dgm:pt modelId="{C35410F2-3CD4-4739-8769-B5A557680549}" type="parTrans" cxnId="{4FF12035-3A03-4B8C-A8F2-09CCC77AB9CE}">
      <dgm:prSet/>
      <dgm:spPr/>
      <dgm:t>
        <a:bodyPr/>
        <a:lstStyle/>
        <a:p>
          <a:endParaRPr lang="en-US"/>
        </a:p>
      </dgm:t>
    </dgm:pt>
    <dgm:pt modelId="{0E4ABF1A-402E-47B9-902C-E9D8FE126739}" type="sibTrans" cxnId="{4FF12035-3A03-4B8C-A8F2-09CCC77AB9CE}">
      <dgm:prSet/>
      <dgm:spPr/>
      <dgm:t>
        <a:bodyPr/>
        <a:lstStyle/>
        <a:p>
          <a:endParaRPr lang="en-US"/>
        </a:p>
      </dgm:t>
    </dgm:pt>
    <dgm:pt modelId="{9C7A1EF5-098B-444F-ACC7-1D2D743DB496}">
      <dgm:prSet/>
      <dgm:spPr/>
      <dgm:t>
        <a:bodyPr/>
        <a:lstStyle/>
        <a:p>
          <a:r>
            <a:rPr lang="es-ES"/>
            <a:t>• Responsabilitat comunitària: Participació en projectes de codi obert.</a:t>
          </a:r>
          <a:endParaRPr lang="en-US"/>
        </a:p>
      </dgm:t>
    </dgm:pt>
    <dgm:pt modelId="{7C0BA590-D9B0-456F-9C91-A35D6E81C42F}" type="parTrans" cxnId="{A0579752-2F6E-4824-A228-1CF54E8C0201}">
      <dgm:prSet/>
      <dgm:spPr/>
      <dgm:t>
        <a:bodyPr/>
        <a:lstStyle/>
        <a:p>
          <a:endParaRPr lang="en-US"/>
        </a:p>
      </dgm:t>
    </dgm:pt>
    <dgm:pt modelId="{F277F30E-74A8-49ED-A857-1D4E1900F092}" type="sibTrans" cxnId="{A0579752-2F6E-4824-A228-1CF54E8C0201}">
      <dgm:prSet/>
      <dgm:spPr/>
      <dgm:t>
        <a:bodyPr/>
        <a:lstStyle/>
        <a:p>
          <a:endParaRPr lang="en-US"/>
        </a:p>
      </dgm:t>
    </dgm:pt>
    <dgm:pt modelId="{0E397793-2640-417A-8417-7B8119A253C2}" type="pres">
      <dgm:prSet presAssocID="{B3180368-800B-4C08-BDE2-05243C5156DB}" presName="linear" presStyleCnt="0">
        <dgm:presLayoutVars>
          <dgm:animLvl val="lvl"/>
          <dgm:resizeHandles val="exact"/>
        </dgm:presLayoutVars>
      </dgm:prSet>
      <dgm:spPr/>
    </dgm:pt>
    <dgm:pt modelId="{8129881E-BBD3-4CC7-A7C3-97CE1417528C}" type="pres">
      <dgm:prSet presAssocID="{98635BE3-A506-4FA4-AE50-16C2870DB24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5660BD18-1122-4C8A-A4EB-B435BBA95F77}" type="pres">
      <dgm:prSet presAssocID="{DF7E1503-086C-4EBB-BDC0-4669E5EA1026}" presName="spacer" presStyleCnt="0"/>
      <dgm:spPr/>
    </dgm:pt>
    <dgm:pt modelId="{6DE30E54-1CD8-48F9-85BC-ADC334E1ABBB}" type="pres">
      <dgm:prSet presAssocID="{D59C45E6-F391-4B34-BBB0-F2072C97C572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4F7492BC-CD1F-4D7D-AFBC-6112859EA8A7}" type="pres">
      <dgm:prSet presAssocID="{0E4ABF1A-402E-47B9-902C-E9D8FE126739}" presName="spacer" presStyleCnt="0"/>
      <dgm:spPr/>
    </dgm:pt>
    <dgm:pt modelId="{8D7F578A-DB08-4B09-84B3-D46A609E4DBC}" type="pres">
      <dgm:prSet presAssocID="{9C7A1EF5-098B-444F-ACC7-1D2D743DB496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4814C406-E654-48AD-A1DC-E15674C899E0}" srcId="{B3180368-800B-4C08-BDE2-05243C5156DB}" destId="{98635BE3-A506-4FA4-AE50-16C2870DB243}" srcOrd="0" destOrd="0" parTransId="{93C94453-1901-4F55-A6E5-A868F6AA09EF}" sibTransId="{DF7E1503-086C-4EBB-BDC0-4669E5EA1026}"/>
    <dgm:cxn modelId="{ADFCCB11-1142-49EB-8542-E41758544FCC}" type="presOf" srcId="{9C7A1EF5-098B-444F-ACC7-1D2D743DB496}" destId="{8D7F578A-DB08-4B09-84B3-D46A609E4DBC}" srcOrd="0" destOrd="0" presId="urn:microsoft.com/office/officeart/2005/8/layout/vList2"/>
    <dgm:cxn modelId="{4FF12035-3A03-4B8C-A8F2-09CCC77AB9CE}" srcId="{B3180368-800B-4C08-BDE2-05243C5156DB}" destId="{D59C45E6-F391-4B34-BBB0-F2072C97C572}" srcOrd="1" destOrd="0" parTransId="{C35410F2-3CD4-4739-8769-B5A557680549}" sibTransId="{0E4ABF1A-402E-47B9-902C-E9D8FE126739}"/>
    <dgm:cxn modelId="{A0579752-2F6E-4824-A228-1CF54E8C0201}" srcId="{B3180368-800B-4C08-BDE2-05243C5156DB}" destId="{9C7A1EF5-098B-444F-ACC7-1D2D743DB496}" srcOrd="2" destOrd="0" parTransId="{7C0BA590-D9B0-456F-9C91-A35D6E81C42F}" sibTransId="{F277F30E-74A8-49ED-A857-1D4E1900F092}"/>
    <dgm:cxn modelId="{4CC21257-63F2-4D87-8C71-6F5A627555E0}" type="presOf" srcId="{98635BE3-A506-4FA4-AE50-16C2870DB243}" destId="{8129881E-BBD3-4CC7-A7C3-97CE1417528C}" srcOrd="0" destOrd="0" presId="urn:microsoft.com/office/officeart/2005/8/layout/vList2"/>
    <dgm:cxn modelId="{303D068A-E4AE-416D-8D08-B3ECBE68C4DC}" type="presOf" srcId="{B3180368-800B-4C08-BDE2-05243C5156DB}" destId="{0E397793-2640-417A-8417-7B8119A253C2}" srcOrd="0" destOrd="0" presId="urn:microsoft.com/office/officeart/2005/8/layout/vList2"/>
    <dgm:cxn modelId="{774639D1-3DE2-42BA-A848-0DEC9460E2ED}" type="presOf" srcId="{D59C45E6-F391-4B34-BBB0-F2072C97C572}" destId="{6DE30E54-1CD8-48F9-85BC-ADC334E1ABBB}" srcOrd="0" destOrd="0" presId="urn:microsoft.com/office/officeart/2005/8/layout/vList2"/>
    <dgm:cxn modelId="{A9D9D11E-D1ED-4340-9B70-005974F0DABF}" type="presParOf" srcId="{0E397793-2640-417A-8417-7B8119A253C2}" destId="{8129881E-BBD3-4CC7-A7C3-97CE1417528C}" srcOrd="0" destOrd="0" presId="urn:microsoft.com/office/officeart/2005/8/layout/vList2"/>
    <dgm:cxn modelId="{273E9B9C-A566-433C-B785-9D252E8BA5C4}" type="presParOf" srcId="{0E397793-2640-417A-8417-7B8119A253C2}" destId="{5660BD18-1122-4C8A-A4EB-B435BBA95F77}" srcOrd="1" destOrd="0" presId="urn:microsoft.com/office/officeart/2005/8/layout/vList2"/>
    <dgm:cxn modelId="{F9E0D1F5-CDE0-4C2A-9230-EAF35424BF0D}" type="presParOf" srcId="{0E397793-2640-417A-8417-7B8119A253C2}" destId="{6DE30E54-1CD8-48F9-85BC-ADC334E1ABBB}" srcOrd="2" destOrd="0" presId="urn:microsoft.com/office/officeart/2005/8/layout/vList2"/>
    <dgm:cxn modelId="{F44BF30F-94E7-454A-A027-A421F5657046}" type="presParOf" srcId="{0E397793-2640-417A-8417-7B8119A253C2}" destId="{4F7492BC-CD1F-4D7D-AFBC-6112859EA8A7}" srcOrd="3" destOrd="0" presId="urn:microsoft.com/office/officeart/2005/8/layout/vList2"/>
    <dgm:cxn modelId="{931C48C2-21B8-4416-8068-040E40174AC8}" type="presParOf" srcId="{0E397793-2640-417A-8417-7B8119A253C2}" destId="{8D7F578A-DB08-4B09-84B3-D46A609E4DBC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0DD809F-C5AC-4594-8901-9063C6128EF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72E54DE-FE78-4C3E-B267-F5FE2BDDD1DC}">
      <dgm:prSet/>
      <dgm:spPr/>
      <dgm:t>
        <a:bodyPr/>
        <a:lstStyle/>
        <a:p>
          <a:r>
            <a:rPr lang="es-ES" dirty="0"/>
            <a:t>• </a:t>
          </a:r>
          <a:r>
            <a:rPr lang="es-ES" dirty="0" err="1"/>
            <a:t>Ètica</a:t>
          </a:r>
          <a:r>
            <a:rPr lang="es-ES" dirty="0"/>
            <a:t> i </a:t>
          </a:r>
          <a:r>
            <a:rPr lang="es-ES" dirty="0" err="1"/>
            <a:t>transparència</a:t>
          </a:r>
          <a:r>
            <a:rPr lang="es-ES" dirty="0"/>
            <a:t>: </a:t>
          </a:r>
          <a:r>
            <a:rPr lang="es-ES" dirty="0" err="1"/>
            <a:t>Gestió</a:t>
          </a:r>
          <a:r>
            <a:rPr lang="es-ES" dirty="0"/>
            <a:t> </a:t>
          </a:r>
          <a:r>
            <a:rPr lang="es-ES" dirty="0" err="1"/>
            <a:t>ètica</a:t>
          </a:r>
          <a:r>
            <a:rPr lang="es-ES" dirty="0"/>
            <a:t> de dades i </a:t>
          </a:r>
          <a:r>
            <a:rPr lang="es-ES" dirty="0" err="1"/>
            <a:t>pràctiques</a:t>
          </a:r>
          <a:r>
            <a:rPr lang="es-ES" dirty="0"/>
            <a:t> </a:t>
          </a:r>
          <a:r>
            <a:rPr lang="es-ES" dirty="0" err="1"/>
            <a:t>empresarials</a:t>
          </a:r>
          <a:r>
            <a:rPr lang="es-ES" dirty="0"/>
            <a:t>.</a:t>
          </a:r>
          <a:endParaRPr lang="en-US" dirty="0"/>
        </a:p>
      </dgm:t>
    </dgm:pt>
    <dgm:pt modelId="{6091F3E4-07A3-4B7E-9A69-72E8E1F3CA1C}" type="parTrans" cxnId="{0835CC92-E66E-4DB5-B324-1552F503FD44}">
      <dgm:prSet/>
      <dgm:spPr/>
      <dgm:t>
        <a:bodyPr/>
        <a:lstStyle/>
        <a:p>
          <a:endParaRPr lang="en-US"/>
        </a:p>
      </dgm:t>
    </dgm:pt>
    <dgm:pt modelId="{A12692DA-0BB2-4AF0-92C0-F7844AB5F7AA}" type="sibTrans" cxnId="{0835CC92-E66E-4DB5-B324-1552F503FD44}">
      <dgm:prSet/>
      <dgm:spPr/>
      <dgm:t>
        <a:bodyPr/>
        <a:lstStyle/>
        <a:p>
          <a:endParaRPr lang="en-US"/>
        </a:p>
      </dgm:t>
    </dgm:pt>
    <dgm:pt modelId="{BFBE0E0F-23FD-4112-8379-2FDA945344F3}">
      <dgm:prSet/>
      <dgm:spPr/>
      <dgm:t>
        <a:bodyPr/>
        <a:lstStyle/>
        <a:p>
          <a:r>
            <a:rPr lang="es-ES"/>
            <a:t>• Gestió de riscos: Protecció de dades i seguretat informàtica.</a:t>
          </a:r>
          <a:endParaRPr lang="en-US"/>
        </a:p>
      </dgm:t>
    </dgm:pt>
    <dgm:pt modelId="{A14A6C22-F9C4-418C-81DC-21FA1B91EF4D}" type="parTrans" cxnId="{409E2BE9-3F8A-4EE9-A87A-4866A57AD165}">
      <dgm:prSet/>
      <dgm:spPr/>
      <dgm:t>
        <a:bodyPr/>
        <a:lstStyle/>
        <a:p>
          <a:endParaRPr lang="en-US"/>
        </a:p>
      </dgm:t>
    </dgm:pt>
    <dgm:pt modelId="{610ED11B-B0EA-49F7-AC24-FAD03645E76A}" type="sibTrans" cxnId="{409E2BE9-3F8A-4EE9-A87A-4866A57AD165}">
      <dgm:prSet/>
      <dgm:spPr/>
      <dgm:t>
        <a:bodyPr/>
        <a:lstStyle/>
        <a:p>
          <a:endParaRPr lang="en-US"/>
        </a:p>
      </dgm:t>
    </dgm:pt>
    <dgm:pt modelId="{4C99741A-27EE-4BB9-8A1F-2CA1E354AB6E}">
      <dgm:prSet/>
      <dgm:spPr/>
      <dgm:t>
        <a:bodyPr/>
        <a:lstStyle/>
        <a:p>
          <a:r>
            <a:rPr lang="es-ES"/>
            <a:t>• Responsabilitat corporativa: Adopció de pràctiques responsables.</a:t>
          </a:r>
          <a:endParaRPr lang="en-US"/>
        </a:p>
      </dgm:t>
    </dgm:pt>
    <dgm:pt modelId="{D642E60C-AA3F-4DFB-B7D2-E5ACDB5F1C88}" type="parTrans" cxnId="{C9433F1F-B17B-4746-A8A7-DA7A4AC45A36}">
      <dgm:prSet/>
      <dgm:spPr/>
      <dgm:t>
        <a:bodyPr/>
        <a:lstStyle/>
        <a:p>
          <a:endParaRPr lang="en-US"/>
        </a:p>
      </dgm:t>
    </dgm:pt>
    <dgm:pt modelId="{57F0CD20-0DF6-4F5D-ABF0-03C5F7039B63}" type="sibTrans" cxnId="{C9433F1F-B17B-4746-A8A7-DA7A4AC45A36}">
      <dgm:prSet/>
      <dgm:spPr/>
      <dgm:t>
        <a:bodyPr/>
        <a:lstStyle/>
        <a:p>
          <a:endParaRPr lang="en-US"/>
        </a:p>
      </dgm:t>
    </dgm:pt>
    <dgm:pt modelId="{B8563BDD-D33E-43D4-B0E4-96AD7B6D7595}" type="pres">
      <dgm:prSet presAssocID="{B0DD809F-C5AC-4594-8901-9063C6128EFA}" presName="linear" presStyleCnt="0">
        <dgm:presLayoutVars>
          <dgm:animLvl val="lvl"/>
          <dgm:resizeHandles val="exact"/>
        </dgm:presLayoutVars>
      </dgm:prSet>
      <dgm:spPr/>
    </dgm:pt>
    <dgm:pt modelId="{29552997-3E3B-4812-8DF3-DF668A682D5F}" type="pres">
      <dgm:prSet presAssocID="{972E54DE-FE78-4C3E-B267-F5FE2BDDD1DC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8E04A17-7DE4-41EF-BCB0-D3D8527285F9}" type="pres">
      <dgm:prSet presAssocID="{A12692DA-0BB2-4AF0-92C0-F7844AB5F7AA}" presName="spacer" presStyleCnt="0"/>
      <dgm:spPr/>
    </dgm:pt>
    <dgm:pt modelId="{32DCCFF3-B2B9-4E80-95EF-C69F675A6D7E}" type="pres">
      <dgm:prSet presAssocID="{BFBE0E0F-23FD-4112-8379-2FDA945344F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FF50E15F-EBCB-4D1F-ADC2-C6A6AA53BBF7}" type="pres">
      <dgm:prSet presAssocID="{610ED11B-B0EA-49F7-AC24-FAD03645E76A}" presName="spacer" presStyleCnt="0"/>
      <dgm:spPr/>
    </dgm:pt>
    <dgm:pt modelId="{16CA5D90-4CC8-440B-93F6-51C76F3AF8B5}" type="pres">
      <dgm:prSet presAssocID="{4C99741A-27EE-4BB9-8A1F-2CA1E354AB6E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C9433F1F-B17B-4746-A8A7-DA7A4AC45A36}" srcId="{B0DD809F-C5AC-4594-8901-9063C6128EFA}" destId="{4C99741A-27EE-4BB9-8A1F-2CA1E354AB6E}" srcOrd="2" destOrd="0" parTransId="{D642E60C-AA3F-4DFB-B7D2-E5ACDB5F1C88}" sibTransId="{57F0CD20-0DF6-4F5D-ABF0-03C5F7039B63}"/>
    <dgm:cxn modelId="{C8CB9078-60A5-45A8-9F77-7D21D8A21D9A}" type="presOf" srcId="{972E54DE-FE78-4C3E-B267-F5FE2BDDD1DC}" destId="{29552997-3E3B-4812-8DF3-DF668A682D5F}" srcOrd="0" destOrd="0" presId="urn:microsoft.com/office/officeart/2005/8/layout/vList2"/>
    <dgm:cxn modelId="{AA949191-7A7B-42E0-A5EA-CB38DC1B2FEC}" type="presOf" srcId="{4C99741A-27EE-4BB9-8A1F-2CA1E354AB6E}" destId="{16CA5D90-4CC8-440B-93F6-51C76F3AF8B5}" srcOrd="0" destOrd="0" presId="urn:microsoft.com/office/officeart/2005/8/layout/vList2"/>
    <dgm:cxn modelId="{0835CC92-E66E-4DB5-B324-1552F503FD44}" srcId="{B0DD809F-C5AC-4594-8901-9063C6128EFA}" destId="{972E54DE-FE78-4C3E-B267-F5FE2BDDD1DC}" srcOrd="0" destOrd="0" parTransId="{6091F3E4-07A3-4B7E-9A69-72E8E1F3CA1C}" sibTransId="{A12692DA-0BB2-4AF0-92C0-F7844AB5F7AA}"/>
    <dgm:cxn modelId="{E1A022A2-29A7-4668-8876-93D0411344F9}" type="presOf" srcId="{BFBE0E0F-23FD-4112-8379-2FDA945344F3}" destId="{32DCCFF3-B2B9-4E80-95EF-C69F675A6D7E}" srcOrd="0" destOrd="0" presId="urn:microsoft.com/office/officeart/2005/8/layout/vList2"/>
    <dgm:cxn modelId="{35962CBA-3739-46E4-BAC3-80F192782B48}" type="presOf" srcId="{B0DD809F-C5AC-4594-8901-9063C6128EFA}" destId="{B8563BDD-D33E-43D4-B0E4-96AD7B6D7595}" srcOrd="0" destOrd="0" presId="urn:microsoft.com/office/officeart/2005/8/layout/vList2"/>
    <dgm:cxn modelId="{409E2BE9-3F8A-4EE9-A87A-4866A57AD165}" srcId="{B0DD809F-C5AC-4594-8901-9063C6128EFA}" destId="{BFBE0E0F-23FD-4112-8379-2FDA945344F3}" srcOrd="1" destOrd="0" parTransId="{A14A6C22-F9C4-418C-81DC-21FA1B91EF4D}" sibTransId="{610ED11B-B0EA-49F7-AC24-FAD03645E76A}"/>
    <dgm:cxn modelId="{0724DF23-6277-4D6D-A806-AA1D4647FED5}" type="presParOf" srcId="{B8563BDD-D33E-43D4-B0E4-96AD7B6D7595}" destId="{29552997-3E3B-4812-8DF3-DF668A682D5F}" srcOrd="0" destOrd="0" presId="urn:microsoft.com/office/officeart/2005/8/layout/vList2"/>
    <dgm:cxn modelId="{38388171-16D1-4217-9025-E431560C29D7}" type="presParOf" srcId="{B8563BDD-D33E-43D4-B0E4-96AD7B6D7595}" destId="{18E04A17-7DE4-41EF-BCB0-D3D8527285F9}" srcOrd="1" destOrd="0" presId="urn:microsoft.com/office/officeart/2005/8/layout/vList2"/>
    <dgm:cxn modelId="{6164609C-E8B6-44FC-858C-4D47459C7F09}" type="presParOf" srcId="{B8563BDD-D33E-43D4-B0E4-96AD7B6D7595}" destId="{32DCCFF3-B2B9-4E80-95EF-C69F675A6D7E}" srcOrd="2" destOrd="0" presId="urn:microsoft.com/office/officeart/2005/8/layout/vList2"/>
    <dgm:cxn modelId="{15D624A3-A08D-45B7-B0A0-B3ACC7C4D7CD}" type="presParOf" srcId="{B8563BDD-D33E-43D4-B0E4-96AD7B6D7595}" destId="{FF50E15F-EBCB-4D1F-ADC2-C6A6AA53BBF7}" srcOrd="3" destOrd="0" presId="urn:microsoft.com/office/officeart/2005/8/layout/vList2"/>
    <dgm:cxn modelId="{884C7DAF-041F-4790-8CB8-EBAE1C342FB1}" type="presParOf" srcId="{B8563BDD-D33E-43D4-B0E4-96AD7B6D7595}" destId="{16CA5D90-4CC8-440B-93F6-51C76F3AF8B5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E4BEE59-F7C1-4071-8E94-50FBD9A0ED7D}" type="doc">
      <dgm:prSet loTypeId="urn:microsoft.com/office/officeart/2005/8/layout/matrix3" loCatId="matrix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BC161767-93E7-4B4B-999F-42622F0FDC40}">
      <dgm:prSet/>
      <dgm:spPr/>
      <dgm:t>
        <a:bodyPr/>
        <a:lstStyle/>
        <a:p>
          <a:r>
            <a:rPr lang="es-ES"/>
            <a:t>• ODS 7: Energia assequible i sostenible.</a:t>
          </a:r>
          <a:endParaRPr lang="en-US"/>
        </a:p>
      </dgm:t>
    </dgm:pt>
    <dgm:pt modelId="{C1FF552E-33CD-4929-936D-ACE599DAA263}" type="parTrans" cxnId="{6B060AE3-FEF7-4B09-AFA7-75DF497EF883}">
      <dgm:prSet/>
      <dgm:spPr/>
      <dgm:t>
        <a:bodyPr/>
        <a:lstStyle/>
        <a:p>
          <a:endParaRPr lang="en-US"/>
        </a:p>
      </dgm:t>
    </dgm:pt>
    <dgm:pt modelId="{2A40BCF7-C989-476C-9A1F-19468ED7FD30}" type="sibTrans" cxnId="{6B060AE3-FEF7-4B09-AFA7-75DF497EF883}">
      <dgm:prSet/>
      <dgm:spPr/>
      <dgm:t>
        <a:bodyPr/>
        <a:lstStyle/>
        <a:p>
          <a:endParaRPr lang="en-US"/>
        </a:p>
      </dgm:t>
    </dgm:pt>
    <dgm:pt modelId="{67C21C92-26EC-4CEF-813F-B34497D2DEBB}">
      <dgm:prSet/>
      <dgm:spPr/>
      <dgm:t>
        <a:bodyPr/>
        <a:lstStyle/>
        <a:p>
          <a:r>
            <a:rPr lang="es-ES"/>
            <a:t>• ODS 9: Innovació i infraestructura.</a:t>
          </a:r>
          <a:endParaRPr lang="en-US"/>
        </a:p>
      </dgm:t>
    </dgm:pt>
    <dgm:pt modelId="{8E2CDEF2-38B7-483C-93A4-53E20D73DD3C}" type="parTrans" cxnId="{5A6AD9D7-865F-4AF7-A942-A4B549C7E501}">
      <dgm:prSet/>
      <dgm:spPr/>
      <dgm:t>
        <a:bodyPr/>
        <a:lstStyle/>
        <a:p>
          <a:endParaRPr lang="en-US"/>
        </a:p>
      </dgm:t>
    </dgm:pt>
    <dgm:pt modelId="{2497CE62-9F29-4A89-BCFD-0B921370C91B}" type="sibTrans" cxnId="{5A6AD9D7-865F-4AF7-A942-A4B549C7E501}">
      <dgm:prSet/>
      <dgm:spPr/>
      <dgm:t>
        <a:bodyPr/>
        <a:lstStyle/>
        <a:p>
          <a:endParaRPr lang="en-US"/>
        </a:p>
      </dgm:t>
    </dgm:pt>
    <dgm:pt modelId="{14000779-BF09-499A-9CB8-AE27EDCB734B}">
      <dgm:prSet/>
      <dgm:spPr/>
      <dgm:t>
        <a:bodyPr/>
        <a:lstStyle/>
        <a:p>
          <a:r>
            <a:rPr lang="es-ES"/>
            <a:t>• ODS 12: Producció i consum responsables.</a:t>
          </a:r>
          <a:endParaRPr lang="en-US"/>
        </a:p>
      </dgm:t>
    </dgm:pt>
    <dgm:pt modelId="{8046BC03-2420-456F-9C1C-C1DE1C103D41}" type="parTrans" cxnId="{4381B6E6-D2A0-4BEF-ACE1-138E0F64D2C9}">
      <dgm:prSet/>
      <dgm:spPr/>
      <dgm:t>
        <a:bodyPr/>
        <a:lstStyle/>
        <a:p>
          <a:endParaRPr lang="en-US"/>
        </a:p>
      </dgm:t>
    </dgm:pt>
    <dgm:pt modelId="{12351518-7504-45B9-BA1B-08275D47CF8F}" type="sibTrans" cxnId="{4381B6E6-D2A0-4BEF-ACE1-138E0F64D2C9}">
      <dgm:prSet/>
      <dgm:spPr/>
      <dgm:t>
        <a:bodyPr/>
        <a:lstStyle/>
        <a:p>
          <a:endParaRPr lang="en-US"/>
        </a:p>
      </dgm:t>
    </dgm:pt>
    <dgm:pt modelId="{F9F455C0-6002-4705-9874-C44B4FFFCFFA}">
      <dgm:prSet/>
      <dgm:spPr/>
      <dgm:t>
        <a:bodyPr/>
        <a:lstStyle/>
        <a:p>
          <a:r>
            <a:rPr lang="es-ES"/>
            <a:t>• ODS 13: Acció pel clima.</a:t>
          </a:r>
          <a:endParaRPr lang="en-US"/>
        </a:p>
      </dgm:t>
    </dgm:pt>
    <dgm:pt modelId="{48B9B045-0F40-47FB-845C-7C35A2BE3920}" type="parTrans" cxnId="{00F1DFDF-6843-4249-A299-C071C049BB0C}">
      <dgm:prSet/>
      <dgm:spPr/>
      <dgm:t>
        <a:bodyPr/>
        <a:lstStyle/>
        <a:p>
          <a:endParaRPr lang="en-US"/>
        </a:p>
      </dgm:t>
    </dgm:pt>
    <dgm:pt modelId="{991355FE-58D4-485B-8578-CF688EEAE7EB}" type="sibTrans" cxnId="{00F1DFDF-6843-4249-A299-C071C049BB0C}">
      <dgm:prSet/>
      <dgm:spPr/>
      <dgm:t>
        <a:bodyPr/>
        <a:lstStyle/>
        <a:p>
          <a:endParaRPr lang="en-US"/>
        </a:p>
      </dgm:t>
    </dgm:pt>
    <dgm:pt modelId="{9B746709-6270-4946-AD74-0833C8C314FF}" type="pres">
      <dgm:prSet presAssocID="{8E4BEE59-F7C1-4071-8E94-50FBD9A0ED7D}" presName="matrix" presStyleCnt="0">
        <dgm:presLayoutVars>
          <dgm:chMax val="1"/>
          <dgm:dir/>
          <dgm:resizeHandles val="exact"/>
        </dgm:presLayoutVars>
      </dgm:prSet>
      <dgm:spPr/>
    </dgm:pt>
    <dgm:pt modelId="{E99D7DB1-7133-4E37-9603-3AD835D87C00}" type="pres">
      <dgm:prSet presAssocID="{8E4BEE59-F7C1-4071-8E94-50FBD9A0ED7D}" presName="diamond" presStyleLbl="bgShp" presStyleIdx="0" presStyleCnt="1"/>
      <dgm:spPr/>
    </dgm:pt>
    <dgm:pt modelId="{954AB069-D4CA-4E6E-BA90-37E02BD02E9F}" type="pres">
      <dgm:prSet presAssocID="{8E4BEE59-F7C1-4071-8E94-50FBD9A0ED7D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83B68D18-CFD9-49C4-9B49-1D57E573B69F}" type="pres">
      <dgm:prSet presAssocID="{8E4BEE59-F7C1-4071-8E94-50FBD9A0ED7D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E82C32EE-D0B3-4D4C-9101-3CE158B15FFA}" type="pres">
      <dgm:prSet presAssocID="{8E4BEE59-F7C1-4071-8E94-50FBD9A0ED7D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AA8BE5E0-0AF0-4691-9894-44DD071ECE63}" type="pres">
      <dgm:prSet presAssocID="{8E4BEE59-F7C1-4071-8E94-50FBD9A0ED7D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5A0992AE-33F1-45D8-ABF4-E4EF73F1CCB7}" type="presOf" srcId="{BC161767-93E7-4B4B-999F-42622F0FDC40}" destId="{954AB069-D4CA-4E6E-BA90-37E02BD02E9F}" srcOrd="0" destOrd="0" presId="urn:microsoft.com/office/officeart/2005/8/layout/matrix3"/>
    <dgm:cxn modelId="{3B8DA7C8-C2AD-4E7D-A543-5A37C26A6F6E}" type="presOf" srcId="{8E4BEE59-F7C1-4071-8E94-50FBD9A0ED7D}" destId="{9B746709-6270-4946-AD74-0833C8C314FF}" srcOrd="0" destOrd="0" presId="urn:microsoft.com/office/officeart/2005/8/layout/matrix3"/>
    <dgm:cxn modelId="{5A6AD9D7-865F-4AF7-A942-A4B549C7E501}" srcId="{8E4BEE59-F7C1-4071-8E94-50FBD9A0ED7D}" destId="{67C21C92-26EC-4CEF-813F-B34497D2DEBB}" srcOrd="1" destOrd="0" parTransId="{8E2CDEF2-38B7-483C-93A4-53E20D73DD3C}" sibTransId="{2497CE62-9F29-4A89-BCFD-0B921370C91B}"/>
    <dgm:cxn modelId="{9AF367DB-6404-4DA9-A987-8501B4382B12}" type="presOf" srcId="{14000779-BF09-499A-9CB8-AE27EDCB734B}" destId="{E82C32EE-D0B3-4D4C-9101-3CE158B15FFA}" srcOrd="0" destOrd="0" presId="urn:microsoft.com/office/officeart/2005/8/layout/matrix3"/>
    <dgm:cxn modelId="{55BD7BDD-CEB8-49EA-95B9-4CDE7A5F0C64}" type="presOf" srcId="{F9F455C0-6002-4705-9874-C44B4FFFCFFA}" destId="{AA8BE5E0-0AF0-4691-9894-44DD071ECE63}" srcOrd="0" destOrd="0" presId="urn:microsoft.com/office/officeart/2005/8/layout/matrix3"/>
    <dgm:cxn modelId="{00F1DFDF-6843-4249-A299-C071C049BB0C}" srcId="{8E4BEE59-F7C1-4071-8E94-50FBD9A0ED7D}" destId="{F9F455C0-6002-4705-9874-C44B4FFFCFFA}" srcOrd="3" destOrd="0" parTransId="{48B9B045-0F40-47FB-845C-7C35A2BE3920}" sibTransId="{991355FE-58D4-485B-8578-CF688EEAE7EB}"/>
    <dgm:cxn modelId="{6B060AE3-FEF7-4B09-AFA7-75DF497EF883}" srcId="{8E4BEE59-F7C1-4071-8E94-50FBD9A0ED7D}" destId="{BC161767-93E7-4B4B-999F-42622F0FDC40}" srcOrd="0" destOrd="0" parTransId="{C1FF552E-33CD-4929-936D-ACE599DAA263}" sibTransId="{2A40BCF7-C989-476C-9A1F-19468ED7FD30}"/>
    <dgm:cxn modelId="{4381B6E6-D2A0-4BEF-ACE1-138E0F64D2C9}" srcId="{8E4BEE59-F7C1-4071-8E94-50FBD9A0ED7D}" destId="{14000779-BF09-499A-9CB8-AE27EDCB734B}" srcOrd="2" destOrd="0" parTransId="{8046BC03-2420-456F-9C1C-C1DE1C103D41}" sibTransId="{12351518-7504-45B9-BA1B-08275D47CF8F}"/>
    <dgm:cxn modelId="{838392FF-25B7-4449-A54D-6C82D927CBB5}" type="presOf" srcId="{67C21C92-26EC-4CEF-813F-B34497D2DEBB}" destId="{83B68D18-CFD9-49C4-9B49-1D57E573B69F}" srcOrd="0" destOrd="0" presId="urn:microsoft.com/office/officeart/2005/8/layout/matrix3"/>
    <dgm:cxn modelId="{4E895A04-B072-47AD-B5A3-7A4AF06EB0E3}" type="presParOf" srcId="{9B746709-6270-4946-AD74-0833C8C314FF}" destId="{E99D7DB1-7133-4E37-9603-3AD835D87C00}" srcOrd="0" destOrd="0" presId="urn:microsoft.com/office/officeart/2005/8/layout/matrix3"/>
    <dgm:cxn modelId="{684F320C-D34D-4216-95E2-638F5D241CB6}" type="presParOf" srcId="{9B746709-6270-4946-AD74-0833C8C314FF}" destId="{954AB069-D4CA-4E6E-BA90-37E02BD02E9F}" srcOrd="1" destOrd="0" presId="urn:microsoft.com/office/officeart/2005/8/layout/matrix3"/>
    <dgm:cxn modelId="{75B88109-B386-48A3-AF47-74B991FA8EFC}" type="presParOf" srcId="{9B746709-6270-4946-AD74-0833C8C314FF}" destId="{83B68D18-CFD9-49C4-9B49-1D57E573B69F}" srcOrd="2" destOrd="0" presId="urn:microsoft.com/office/officeart/2005/8/layout/matrix3"/>
    <dgm:cxn modelId="{CA2E1ED9-2EBA-46C9-8D90-E45DC0155983}" type="presParOf" srcId="{9B746709-6270-4946-AD74-0833C8C314FF}" destId="{E82C32EE-D0B3-4D4C-9101-3CE158B15FFA}" srcOrd="3" destOrd="0" presId="urn:microsoft.com/office/officeart/2005/8/layout/matrix3"/>
    <dgm:cxn modelId="{F90E0D30-F35A-4220-A220-9CEF1702F0C3}" type="presParOf" srcId="{9B746709-6270-4946-AD74-0833C8C314FF}" destId="{AA8BE5E0-0AF0-4691-9894-44DD071ECE63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9E47F30-6232-4C3D-9BBB-BDF1B428E3C7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5DC0972-93FB-41FD-A14D-0D1CAD956663}">
      <dgm:prSet/>
      <dgm:spPr/>
      <dgm:t>
        <a:bodyPr/>
        <a:lstStyle/>
        <a:p>
          <a:r>
            <a:rPr lang="es-ES"/>
            <a:t>• Empleats: Desenvolupadors i tècnics.</a:t>
          </a:r>
          <a:endParaRPr lang="en-US"/>
        </a:p>
      </dgm:t>
    </dgm:pt>
    <dgm:pt modelId="{40F2BC73-4C76-4C85-9824-0433F9971FB0}" type="parTrans" cxnId="{11E9D5AB-4175-49B8-A413-A02B921B6797}">
      <dgm:prSet/>
      <dgm:spPr/>
      <dgm:t>
        <a:bodyPr/>
        <a:lstStyle/>
        <a:p>
          <a:endParaRPr lang="en-US"/>
        </a:p>
      </dgm:t>
    </dgm:pt>
    <dgm:pt modelId="{D444BE13-C745-4429-A15A-66B99B8FCC67}" type="sibTrans" cxnId="{11E9D5AB-4175-49B8-A413-A02B921B6797}">
      <dgm:prSet/>
      <dgm:spPr/>
      <dgm:t>
        <a:bodyPr/>
        <a:lstStyle/>
        <a:p>
          <a:endParaRPr lang="en-US"/>
        </a:p>
      </dgm:t>
    </dgm:pt>
    <dgm:pt modelId="{EF220849-EE4C-4505-A688-4B12E444D31A}">
      <dgm:prSet/>
      <dgm:spPr/>
      <dgm:t>
        <a:bodyPr/>
        <a:lstStyle/>
        <a:p>
          <a:r>
            <a:rPr lang="es-ES"/>
            <a:t>• Clients: Empreses que utilitzen les aplicacions.</a:t>
          </a:r>
          <a:endParaRPr lang="en-US"/>
        </a:p>
      </dgm:t>
    </dgm:pt>
    <dgm:pt modelId="{9CF63424-F7C0-4985-BFEA-75C6918A749F}" type="parTrans" cxnId="{BD38D701-F71D-4DC3-AC6D-80EF0ACE5E93}">
      <dgm:prSet/>
      <dgm:spPr/>
      <dgm:t>
        <a:bodyPr/>
        <a:lstStyle/>
        <a:p>
          <a:endParaRPr lang="en-US"/>
        </a:p>
      </dgm:t>
    </dgm:pt>
    <dgm:pt modelId="{12D2EE12-C2AA-4C09-B2D9-2E92DB5B18B6}" type="sibTrans" cxnId="{BD38D701-F71D-4DC3-AC6D-80EF0ACE5E93}">
      <dgm:prSet/>
      <dgm:spPr/>
      <dgm:t>
        <a:bodyPr/>
        <a:lstStyle/>
        <a:p>
          <a:endParaRPr lang="en-US"/>
        </a:p>
      </dgm:t>
    </dgm:pt>
    <dgm:pt modelId="{EE8A6005-ED6D-4E99-AEA8-E1425333FA18}">
      <dgm:prSet/>
      <dgm:spPr/>
      <dgm:t>
        <a:bodyPr/>
        <a:lstStyle/>
        <a:p>
          <a:r>
            <a:rPr lang="es-ES"/>
            <a:t>• Comunitat tecnològica: Altres desenvolupadors.</a:t>
          </a:r>
          <a:endParaRPr lang="en-US"/>
        </a:p>
      </dgm:t>
    </dgm:pt>
    <dgm:pt modelId="{AEB56A5E-A5B9-4931-80C2-B4BE4EBE6590}" type="parTrans" cxnId="{69C30B6D-AFB3-4690-A567-B5572AFD153A}">
      <dgm:prSet/>
      <dgm:spPr/>
      <dgm:t>
        <a:bodyPr/>
        <a:lstStyle/>
        <a:p>
          <a:endParaRPr lang="en-US"/>
        </a:p>
      </dgm:t>
    </dgm:pt>
    <dgm:pt modelId="{9232F84C-D220-431C-95BD-1961028257F8}" type="sibTrans" cxnId="{69C30B6D-AFB3-4690-A567-B5572AFD153A}">
      <dgm:prSet/>
      <dgm:spPr/>
      <dgm:t>
        <a:bodyPr/>
        <a:lstStyle/>
        <a:p>
          <a:endParaRPr lang="en-US"/>
        </a:p>
      </dgm:t>
    </dgm:pt>
    <dgm:pt modelId="{F232E693-7011-46C8-B713-B8B50D404CDA}">
      <dgm:prSet/>
      <dgm:spPr/>
      <dgm:t>
        <a:bodyPr/>
        <a:lstStyle/>
        <a:p>
          <a:r>
            <a:rPr lang="es-ES"/>
            <a:t>• Reguladors: Compliment normatiu.</a:t>
          </a:r>
          <a:endParaRPr lang="en-US"/>
        </a:p>
      </dgm:t>
    </dgm:pt>
    <dgm:pt modelId="{CEF878C4-7F46-4F15-AE97-9CE2804C2037}" type="parTrans" cxnId="{03353D1A-3AD7-4BEF-91D4-5294B56D69C9}">
      <dgm:prSet/>
      <dgm:spPr/>
      <dgm:t>
        <a:bodyPr/>
        <a:lstStyle/>
        <a:p>
          <a:endParaRPr lang="en-US"/>
        </a:p>
      </dgm:t>
    </dgm:pt>
    <dgm:pt modelId="{73A6932E-6896-419B-958F-5B1A854B19EA}" type="sibTrans" cxnId="{03353D1A-3AD7-4BEF-91D4-5294B56D69C9}">
      <dgm:prSet/>
      <dgm:spPr/>
      <dgm:t>
        <a:bodyPr/>
        <a:lstStyle/>
        <a:p>
          <a:endParaRPr lang="en-US"/>
        </a:p>
      </dgm:t>
    </dgm:pt>
    <dgm:pt modelId="{F4E70A7A-5AA6-42C7-A3B0-76CE4BCD75BF}">
      <dgm:prSet/>
      <dgm:spPr/>
      <dgm:t>
        <a:bodyPr/>
        <a:lstStyle/>
        <a:p>
          <a:r>
            <a:rPr lang="es-ES"/>
            <a:t>• Proveïdors: Infraestructura tecnològica i serveis en núvol.</a:t>
          </a:r>
          <a:endParaRPr lang="en-US"/>
        </a:p>
      </dgm:t>
    </dgm:pt>
    <dgm:pt modelId="{A5B6698C-1FEF-46AE-956B-69B76C72D997}" type="parTrans" cxnId="{936D6971-45EA-4499-A7BA-B1896E8483EC}">
      <dgm:prSet/>
      <dgm:spPr/>
      <dgm:t>
        <a:bodyPr/>
        <a:lstStyle/>
        <a:p>
          <a:endParaRPr lang="en-US"/>
        </a:p>
      </dgm:t>
    </dgm:pt>
    <dgm:pt modelId="{47950200-61FF-4B29-BCB8-ACA42563948F}" type="sibTrans" cxnId="{936D6971-45EA-4499-A7BA-B1896E8483EC}">
      <dgm:prSet/>
      <dgm:spPr/>
      <dgm:t>
        <a:bodyPr/>
        <a:lstStyle/>
        <a:p>
          <a:endParaRPr lang="en-US"/>
        </a:p>
      </dgm:t>
    </dgm:pt>
    <dgm:pt modelId="{9523059E-0375-4064-B4FA-170D561364DC}" type="pres">
      <dgm:prSet presAssocID="{B9E47F30-6232-4C3D-9BBB-BDF1B428E3C7}" presName="linear" presStyleCnt="0">
        <dgm:presLayoutVars>
          <dgm:animLvl val="lvl"/>
          <dgm:resizeHandles val="exact"/>
        </dgm:presLayoutVars>
      </dgm:prSet>
      <dgm:spPr/>
    </dgm:pt>
    <dgm:pt modelId="{8F902206-2F0B-4022-8D15-8648CB35F672}" type="pres">
      <dgm:prSet presAssocID="{65DC0972-93FB-41FD-A14D-0D1CAD956663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8AFEB605-C270-4677-92AC-BE80BF27C4F7}" type="pres">
      <dgm:prSet presAssocID="{D444BE13-C745-4429-A15A-66B99B8FCC67}" presName="spacer" presStyleCnt="0"/>
      <dgm:spPr/>
    </dgm:pt>
    <dgm:pt modelId="{95B1AC0C-807F-4DCD-868C-474130E71ED8}" type="pres">
      <dgm:prSet presAssocID="{EF220849-EE4C-4505-A688-4B12E444D31A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FDDDE10F-A3FE-493A-8D42-6ED9A39E7EF6}" type="pres">
      <dgm:prSet presAssocID="{12D2EE12-C2AA-4C09-B2D9-2E92DB5B18B6}" presName="spacer" presStyleCnt="0"/>
      <dgm:spPr/>
    </dgm:pt>
    <dgm:pt modelId="{416513FC-040D-42AD-ABFD-43664C2C989C}" type="pres">
      <dgm:prSet presAssocID="{EE8A6005-ED6D-4E99-AEA8-E1425333FA18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86C871DC-6A19-4A8E-A948-0F316C68B30A}" type="pres">
      <dgm:prSet presAssocID="{9232F84C-D220-431C-95BD-1961028257F8}" presName="spacer" presStyleCnt="0"/>
      <dgm:spPr/>
    </dgm:pt>
    <dgm:pt modelId="{3DAA1AB6-3702-4D7E-B0CA-503D9C6350E7}" type="pres">
      <dgm:prSet presAssocID="{F232E693-7011-46C8-B713-B8B50D404CDA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72B2DEAD-0613-4C9F-BD9F-9B3B2EFF645D}" type="pres">
      <dgm:prSet presAssocID="{73A6932E-6896-419B-958F-5B1A854B19EA}" presName="spacer" presStyleCnt="0"/>
      <dgm:spPr/>
    </dgm:pt>
    <dgm:pt modelId="{777D75D2-8A33-43DB-A59A-33E1B3E72FBD}" type="pres">
      <dgm:prSet presAssocID="{F4E70A7A-5AA6-42C7-A3B0-76CE4BCD75BF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BD38D701-F71D-4DC3-AC6D-80EF0ACE5E93}" srcId="{B9E47F30-6232-4C3D-9BBB-BDF1B428E3C7}" destId="{EF220849-EE4C-4505-A688-4B12E444D31A}" srcOrd="1" destOrd="0" parTransId="{9CF63424-F7C0-4985-BFEA-75C6918A749F}" sibTransId="{12D2EE12-C2AA-4C09-B2D9-2E92DB5B18B6}"/>
    <dgm:cxn modelId="{D6A49308-546A-4A4D-868F-D6F4C3254DA1}" type="presOf" srcId="{B9E47F30-6232-4C3D-9BBB-BDF1B428E3C7}" destId="{9523059E-0375-4064-B4FA-170D561364DC}" srcOrd="0" destOrd="0" presId="urn:microsoft.com/office/officeart/2005/8/layout/vList2"/>
    <dgm:cxn modelId="{03353D1A-3AD7-4BEF-91D4-5294B56D69C9}" srcId="{B9E47F30-6232-4C3D-9BBB-BDF1B428E3C7}" destId="{F232E693-7011-46C8-B713-B8B50D404CDA}" srcOrd="3" destOrd="0" parTransId="{CEF878C4-7F46-4F15-AE97-9CE2804C2037}" sibTransId="{73A6932E-6896-419B-958F-5B1A854B19EA}"/>
    <dgm:cxn modelId="{B81C901E-A9A2-48F3-9BB1-8EEABB15F329}" type="presOf" srcId="{65DC0972-93FB-41FD-A14D-0D1CAD956663}" destId="{8F902206-2F0B-4022-8D15-8648CB35F672}" srcOrd="0" destOrd="0" presId="urn:microsoft.com/office/officeart/2005/8/layout/vList2"/>
    <dgm:cxn modelId="{E9E5C66C-DC5C-4B33-9AC6-3B54FAB467CE}" type="presOf" srcId="{EF220849-EE4C-4505-A688-4B12E444D31A}" destId="{95B1AC0C-807F-4DCD-868C-474130E71ED8}" srcOrd="0" destOrd="0" presId="urn:microsoft.com/office/officeart/2005/8/layout/vList2"/>
    <dgm:cxn modelId="{69C30B6D-AFB3-4690-A567-B5572AFD153A}" srcId="{B9E47F30-6232-4C3D-9BBB-BDF1B428E3C7}" destId="{EE8A6005-ED6D-4E99-AEA8-E1425333FA18}" srcOrd="2" destOrd="0" parTransId="{AEB56A5E-A5B9-4931-80C2-B4BE4EBE6590}" sibTransId="{9232F84C-D220-431C-95BD-1961028257F8}"/>
    <dgm:cxn modelId="{936D6971-45EA-4499-A7BA-B1896E8483EC}" srcId="{B9E47F30-6232-4C3D-9BBB-BDF1B428E3C7}" destId="{F4E70A7A-5AA6-42C7-A3B0-76CE4BCD75BF}" srcOrd="4" destOrd="0" parTransId="{A5B6698C-1FEF-46AE-956B-69B76C72D997}" sibTransId="{47950200-61FF-4B29-BCB8-ACA42563948F}"/>
    <dgm:cxn modelId="{94B6858F-E28E-45BE-9FCB-CBAEC949F6E5}" type="presOf" srcId="{F232E693-7011-46C8-B713-B8B50D404CDA}" destId="{3DAA1AB6-3702-4D7E-B0CA-503D9C6350E7}" srcOrd="0" destOrd="0" presId="urn:microsoft.com/office/officeart/2005/8/layout/vList2"/>
    <dgm:cxn modelId="{59E5EFA1-B167-4545-8A4D-BBB5A48FE85F}" type="presOf" srcId="{EE8A6005-ED6D-4E99-AEA8-E1425333FA18}" destId="{416513FC-040D-42AD-ABFD-43664C2C989C}" srcOrd="0" destOrd="0" presId="urn:microsoft.com/office/officeart/2005/8/layout/vList2"/>
    <dgm:cxn modelId="{11E9D5AB-4175-49B8-A413-A02B921B6797}" srcId="{B9E47F30-6232-4C3D-9BBB-BDF1B428E3C7}" destId="{65DC0972-93FB-41FD-A14D-0D1CAD956663}" srcOrd="0" destOrd="0" parTransId="{40F2BC73-4C76-4C85-9824-0433F9971FB0}" sibTransId="{D444BE13-C745-4429-A15A-66B99B8FCC67}"/>
    <dgm:cxn modelId="{22005AF9-9949-465A-AA84-BE5B7DCFE1F7}" type="presOf" srcId="{F4E70A7A-5AA6-42C7-A3B0-76CE4BCD75BF}" destId="{777D75D2-8A33-43DB-A59A-33E1B3E72FBD}" srcOrd="0" destOrd="0" presId="urn:microsoft.com/office/officeart/2005/8/layout/vList2"/>
    <dgm:cxn modelId="{F9E6C78C-8250-4BD8-A813-4F633145853C}" type="presParOf" srcId="{9523059E-0375-4064-B4FA-170D561364DC}" destId="{8F902206-2F0B-4022-8D15-8648CB35F672}" srcOrd="0" destOrd="0" presId="urn:microsoft.com/office/officeart/2005/8/layout/vList2"/>
    <dgm:cxn modelId="{DBFF4364-0795-48D0-B727-F4D11249F258}" type="presParOf" srcId="{9523059E-0375-4064-B4FA-170D561364DC}" destId="{8AFEB605-C270-4677-92AC-BE80BF27C4F7}" srcOrd="1" destOrd="0" presId="urn:microsoft.com/office/officeart/2005/8/layout/vList2"/>
    <dgm:cxn modelId="{3619C07D-F3AE-4475-B9A8-D73E861654BE}" type="presParOf" srcId="{9523059E-0375-4064-B4FA-170D561364DC}" destId="{95B1AC0C-807F-4DCD-868C-474130E71ED8}" srcOrd="2" destOrd="0" presId="urn:microsoft.com/office/officeart/2005/8/layout/vList2"/>
    <dgm:cxn modelId="{874E0A7C-EB82-47C8-B7C6-D6640C3C5458}" type="presParOf" srcId="{9523059E-0375-4064-B4FA-170D561364DC}" destId="{FDDDE10F-A3FE-493A-8D42-6ED9A39E7EF6}" srcOrd="3" destOrd="0" presId="urn:microsoft.com/office/officeart/2005/8/layout/vList2"/>
    <dgm:cxn modelId="{415AEBA4-04D1-4D31-BDCC-E13256142213}" type="presParOf" srcId="{9523059E-0375-4064-B4FA-170D561364DC}" destId="{416513FC-040D-42AD-ABFD-43664C2C989C}" srcOrd="4" destOrd="0" presId="urn:microsoft.com/office/officeart/2005/8/layout/vList2"/>
    <dgm:cxn modelId="{C9E8085A-DCCB-453A-A0A0-6105A37B9B10}" type="presParOf" srcId="{9523059E-0375-4064-B4FA-170D561364DC}" destId="{86C871DC-6A19-4A8E-A948-0F316C68B30A}" srcOrd="5" destOrd="0" presId="urn:microsoft.com/office/officeart/2005/8/layout/vList2"/>
    <dgm:cxn modelId="{642F2471-A3E0-4A27-8AEF-4EDFAFCF4215}" type="presParOf" srcId="{9523059E-0375-4064-B4FA-170D561364DC}" destId="{3DAA1AB6-3702-4D7E-B0CA-503D9C6350E7}" srcOrd="6" destOrd="0" presId="urn:microsoft.com/office/officeart/2005/8/layout/vList2"/>
    <dgm:cxn modelId="{29534247-53AC-4543-9170-5D45361DF1A2}" type="presParOf" srcId="{9523059E-0375-4064-B4FA-170D561364DC}" destId="{72B2DEAD-0613-4C9F-BD9F-9B3B2EFF645D}" srcOrd="7" destOrd="0" presId="urn:microsoft.com/office/officeart/2005/8/layout/vList2"/>
    <dgm:cxn modelId="{C183591A-60DB-4B6D-98B9-17FAE8604EBB}" type="presParOf" srcId="{9523059E-0375-4064-B4FA-170D561364DC}" destId="{777D75D2-8A33-43DB-A59A-33E1B3E72FBD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6729255A-C792-4395-BF96-79EEB9EACCC7}" type="doc">
      <dgm:prSet loTypeId="urn:microsoft.com/office/officeart/2005/8/layout/defaul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2A0C1A9C-28FB-4804-A727-F92D25FEC9EF}">
      <dgm:prSet/>
      <dgm:spPr/>
      <dgm:t>
        <a:bodyPr/>
        <a:lstStyle/>
        <a:p>
          <a:r>
            <a:rPr lang="es-ES"/>
            <a:t>• Riscos: Incompliment normatiu, males condicions laborals, falta de transparència.</a:t>
          </a:r>
          <a:endParaRPr lang="en-US"/>
        </a:p>
      </dgm:t>
    </dgm:pt>
    <dgm:pt modelId="{42FEEA93-D595-46AE-96A2-71EEED50A067}" type="parTrans" cxnId="{215EE8FD-BC82-4CAD-BDD5-AE927E8D81A9}">
      <dgm:prSet/>
      <dgm:spPr/>
      <dgm:t>
        <a:bodyPr/>
        <a:lstStyle/>
        <a:p>
          <a:endParaRPr lang="en-US"/>
        </a:p>
      </dgm:t>
    </dgm:pt>
    <dgm:pt modelId="{2D85A836-96EC-4459-828A-493FD695A7A0}" type="sibTrans" cxnId="{215EE8FD-BC82-4CAD-BDD5-AE927E8D81A9}">
      <dgm:prSet/>
      <dgm:spPr/>
      <dgm:t>
        <a:bodyPr/>
        <a:lstStyle/>
        <a:p>
          <a:endParaRPr lang="en-US"/>
        </a:p>
      </dgm:t>
    </dgm:pt>
    <dgm:pt modelId="{F6D91114-6001-4ED1-899F-164F27C002B1}">
      <dgm:prSet/>
      <dgm:spPr/>
      <dgm:t>
        <a:bodyPr/>
        <a:lstStyle/>
        <a:p>
          <a:r>
            <a:rPr lang="es-ES"/>
            <a:t>• Oportunitats: Millora de reputació, participació en comunitat tecnològica, compliment de normatives.</a:t>
          </a:r>
          <a:endParaRPr lang="en-US"/>
        </a:p>
      </dgm:t>
    </dgm:pt>
    <dgm:pt modelId="{EDE5AB3D-4CBD-42FB-BF65-29C3572289E0}" type="parTrans" cxnId="{0E452211-B682-4125-B15C-AB4349431255}">
      <dgm:prSet/>
      <dgm:spPr/>
      <dgm:t>
        <a:bodyPr/>
        <a:lstStyle/>
        <a:p>
          <a:endParaRPr lang="en-US"/>
        </a:p>
      </dgm:t>
    </dgm:pt>
    <dgm:pt modelId="{D36E9144-4E6A-4877-85E9-53FBE2A429F9}" type="sibTrans" cxnId="{0E452211-B682-4125-B15C-AB4349431255}">
      <dgm:prSet/>
      <dgm:spPr/>
      <dgm:t>
        <a:bodyPr/>
        <a:lstStyle/>
        <a:p>
          <a:endParaRPr lang="en-US"/>
        </a:p>
      </dgm:t>
    </dgm:pt>
    <dgm:pt modelId="{761B1849-91F2-41EC-A624-3122D46D4F12}" type="pres">
      <dgm:prSet presAssocID="{6729255A-C792-4395-BF96-79EEB9EACCC7}" presName="diagram" presStyleCnt="0">
        <dgm:presLayoutVars>
          <dgm:dir/>
          <dgm:resizeHandles val="exact"/>
        </dgm:presLayoutVars>
      </dgm:prSet>
      <dgm:spPr/>
    </dgm:pt>
    <dgm:pt modelId="{06C3AF06-6F35-4F20-825E-69E1A935F062}" type="pres">
      <dgm:prSet presAssocID="{2A0C1A9C-28FB-4804-A727-F92D25FEC9EF}" presName="node" presStyleLbl="node1" presStyleIdx="0" presStyleCnt="2">
        <dgm:presLayoutVars>
          <dgm:bulletEnabled val="1"/>
        </dgm:presLayoutVars>
      </dgm:prSet>
      <dgm:spPr/>
    </dgm:pt>
    <dgm:pt modelId="{BC67305B-7D41-4F70-8C05-E7C26834E664}" type="pres">
      <dgm:prSet presAssocID="{2D85A836-96EC-4459-828A-493FD695A7A0}" presName="sibTrans" presStyleCnt="0"/>
      <dgm:spPr/>
    </dgm:pt>
    <dgm:pt modelId="{F8DA7B79-763C-4FA6-909F-9A1BF1E0CCDB}" type="pres">
      <dgm:prSet presAssocID="{F6D91114-6001-4ED1-899F-164F27C002B1}" presName="node" presStyleLbl="node1" presStyleIdx="1" presStyleCnt="2">
        <dgm:presLayoutVars>
          <dgm:bulletEnabled val="1"/>
        </dgm:presLayoutVars>
      </dgm:prSet>
      <dgm:spPr/>
    </dgm:pt>
  </dgm:ptLst>
  <dgm:cxnLst>
    <dgm:cxn modelId="{0E452211-B682-4125-B15C-AB4349431255}" srcId="{6729255A-C792-4395-BF96-79EEB9EACCC7}" destId="{F6D91114-6001-4ED1-899F-164F27C002B1}" srcOrd="1" destOrd="0" parTransId="{EDE5AB3D-4CBD-42FB-BF65-29C3572289E0}" sibTransId="{D36E9144-4E6A-4877-85E9-53FBE2A429F9}"/>
    <dgm:cxn modelId="{44CE0A57-F8D5-47F7-B10E-6223E16CF24E}" type="presOf" srcId="{F6D91114-6001-4ED1-899F-164F27C002B1}" destId="{F8DA7B79-763C-4FA6-909F-9A1BF1E0CCDB}" srcOrd="0" destOrd="0" presId="urn:microsoft.com/office/officeart/2005/8/layout/default"/>
    <dgm:cxn modelId="{9DAA6599-DDCE-4839-96EF-E83DD4846064}" type="presOf" srcId="{2A0C1A9C-28FB-4804-A727-F92D25FEC9EF}" destId="{06C3AF06-6F35-4F20-825E-69E1A935F062}" srcOrd="0" destOrd="0" presId="urn:microsoft.com/office/officeart/2005/8/layout/default"/>
    <dgm:cxn modelId="{E4670D9C-1F63-463B-B26B-CC521B9F4930}" type="presOf" srcId="{6729255A-C792-4395-BF96-79EEB9EACCC7}" destId="{761B1849-91F2-41EC-A624-3122D46D4F12}" srcOrd="0" destOrd="0" presId="urn:microsoft.com/office/officeart/2005/8/layout/default"/>
    <dgm:cxn modelId="{215EE8FD-BC82-4CAD-BDD5-AE927E8D81A9}" srcId="{6729255A-C792-4395-BF96-79EEB9EACCC7}" destId="{2A0C1A9C-28FB-4804-A727-F92D25FEC9EF}" srcOrd="0" destOrd="0" parTransId="{42FEEA93-D595-46AE-96A2-71EEED50A067}" sibTransId="{2D85A836-96EC-4459-828A-493FD695A7A0}"/>
    <dgm:cxn modelId="{92A897B3-D96F-4B2B-9A0D-264DC7783AF5}" type="presParOf" srcId="{761B1849-91F2-41EC-A624-3122D46D4F12}" destId="{06C3AF06-6F35-4F20-825E-69E1A935F062}" srcOrd="0" destOrd="0" presId="urn:microsoft.com/office/officeart/2005/8/layout/default"/>
    <dgm:cxn modelId="{9626462B-4A39-4E2A-AFFF-377E9685834F}" type="presParOf" srcId="{761B1849-91F2-41EC-A624-3122D46D4F12}" destId="{BC67305B-7D41-4F70-8C05-E7C26834E664}" srcOrd="1" destOrd="0" presId="urn:microsoft.com/office/officeart/2005/8/layout/default"/>
    <dgm:cxn modelId="{2172FA2B-732F-4619-AA22-10B3D19F6CDB}" type="presParOf" srcId="{761B1849-91F2-41EC-A624-3122D46D4F12}" destId="{F8DA7B79-763C-4FA6-909F-9A1BF1E0CCDB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2A07B219-F47B-451F-89DE-41CE07F2F4FE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98727287-BFFE-4487-B359-E5B444DEE6E0}">
      <dgm:prSet/>
      <dgm:spPr/>
      <dgm:t>
        <a:bodyPr/>
        <a:lstStyle/>
        <a:p>
          <a:r>
            <a:rPr lang="es-ES"/>
            <a:t>• GRI: Estàndards per comunicar impacte ambiental i social.</a:t>
          </a:r>
          <a:endParaRPr lang="en-US"/>
        </a:p>
      </dgm:t>
    </dgm:pt>
    <dgm:pt modelId="{75898344-9CA5-429E-946B-DAC82C2936FE}" type="parTrans" cxnId="{1C4370F5-2724-4470-BB26-601D439AADB4}">
      <dgm:prSet/>
      <dgm:spPr/>
      <dgm:t>
        <a:bodyPr/>
        <a:lstStyle/>
        <a:p>
          <a:endParaRPr lang="en-US"/>
        </a:p>
      </dgm:t>
    </dgm:pt>
    <dgm:pt modelId="{6EF7FFA4-011F-4C10-83A8-CA45534FCEE1}" type="sibTrans" cxnId="{1C4370F5-2724-4470-BB26-601D439AADB4}">
      <dgm:prSet/>
      <dgm:spPr/>
      <dgm:t>
        <a:bodyPr/>
        <a:lstStyle/>
        <a:p>
          <a:endParaRPr lang="en-US"/>
        </a:p>
      </dgm:t>
    </dgm:pt>
    <dgm:pt modelId="{2A649389-3C7F-4E8C-896D-2E679A33018E}">
      <dgm:prSet/>
      <dgm:spPr/>
      <dgm:t>
        <a:bodyPr/>
        <a:lstStyle/>
        <a:p>
          <a:r>
            <a:rPr lang="es-ES"/>
            <a:t>• ISO 26000: Responsabilitat social empresarial.</a:t>
          </a:r>
          <a:endParaRPr lang="en-US"/>
        </a:p>
      </dgm:t>
    </dgm:pt>
    <dgm:pt modelId="{215540B5-171E-4B61-A9DA-EEE7A6E72435}" type="parTrans" cxnId="{4C21931E-7240-4CBE-A554-DEA960C39700}">
      <dgm:prSet/>
      <dgm:spPr/>
      <dgm:t>
        <a:bodyPr/>
        <a:lstStyle/>
        <a:p>
          <a:endParaRPr lang="en-US"/>
        </a:p>
      </dgm:t>
    </dgm:pt>
    <dgm:pt modelId="{4408C51D-B9CD-4B0B-BD9D-BD08D3196FF1}" type="sibTrans" cxnId="{4C21931E-7240-4CBE-A554-DEA960C39700}">
      <dgm:prSet/>
      <dgm:spPr/>
      <dgm:t>
        <a:bodyPr/>
        <a:lstStyle/>
        <a:p>
          <a:endParaRPr lang="en-US"/>
        </a:p>
      </dgm:t>
    </dgm:pt>
    <dgm:pt modelId="{F529432E-98C6-4F9F-8426-8FB7D5084C05}">
      <dgm:prSet/>
      <dgm:spPr/>
      <dgm:t>
        <a:bodyPr/>
        <a:lstStyle/>
        <a:p>
          <a:r>
            <a:rPr lang="es-ES"/>
            <a:t>• SASB: Divulgació de pràctiques sostenibles, èmfasi en eficiència energètica.</a:t>
          </a:r>
          <a:endParaRPr lang="en-US"/>
        </a:p>
      </dgm:t>
    </dgm:pt>
    <dgm:pt modelId="{DE32810E-2234-4F59-B5C7-D5F80A082436}" type="parTrans" cxnId="{013BA652-1FED-460C-9237-A4BD0927AB51}">
      <dgm:prSet/>
      <dgm:spPr/>
      <dgm:t>
        <a:bodyPr/>
        <a:lstStyle/>
        <a:p>
          <a:endParaRPr lang="en-US"/>
        </a:p>
      </dgm:t>
    </dgm:pt>
    <dgm:pt modelId="{BCCACCBE-7432-406E-B379-F4C410FA8190}" type="sibTrans" cxnId="{013BA652-1FED-460C-9237-A4BD0927AB51}">
      <dgm:prSet/>
      <dgm:spPr/>
      <dgm:t>
        <a:bodyPr/>
        <a:lstStyle/>
        <a:p>
          <a:endParaRPr lang="en-US"/>
        </a:p>
      </dgm:t>
    </dgm:pt>
    <dgm:pt modelId="{7316464D-AAC5-4CA9-B43D-7E648E56504F}" type="pres">
      <dgm:prSet presAssocID="{2A07B219-F47B-451F-89DE-41CE07F2F4FE}" presName="linear" presStyleCnt="0">
        <dgm:presLayoutVars>
          <dgm:animLvl val="lvl"/>
          <dgm:resizeHandles val="exact"/>
        </dgm:presLayoutVars>
      </dgm:prSet>
      <dgm:spPr/>
    </dgm:pt>
    <dgm:pt modelId="{7936800F-6892-444B-9343-71F99E08C7A8}" type="pres">
      <dgm:prSet presAssocID="{98727287-BFFE-4487-B359-E5B444DEE6E0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38D9C182-E9BE-4AD8-A592-258C71ECEC5D}" type="pres">
      <dgm:prSet presAssocID="{6EF7FFA4-011F-4C10-83A8-CA45534FCEE1}" presName="spacer" presStyleCnt="0"/>
      <dgm:spPr/>
    </dgm:pt>
    <dgm:pt modelId="{37BE0F1C-4948-445F-8B8D-6ABE31D91FD1}" type="pres">
      <dgm:prSet presAssocID="{2A649389-3C7F-4E8C-896D-2E679A33018E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31199D6-AAB5-40E8-A331-A5CE90BC3584}" type="pres">
      <dgm:prSet presAssocID="{4408C51D-B9CD-4B0B-BD9D-BD08D3196FF1}" presName="spacer" presStyleCnt="0"/>
      <dgm:spPr/>
    </dgm:pt>
    <dgm:pt modelId="{975E2FED-E3D9-49A7-811D-21BF5109BA7C}" type="pres">
      <dgm:prSet presAssocID="{F529432E-98C6-4F9F-8426-8FB7D5084C05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A05DEF04-1393-4B68-A11B-5A63448CEB50}" type="presOf" srcId="{F529432E-98C6-4F9F-8426-8FB7D5084C05}" destId="{975E2FED-E3D9-49A7-811D-21BF5109BA7C}" srcOrd="0" destOrd="0" presId="urn:microsoft.com/office/officeart/2005/8/layout/vList2"/>
    <dgm:cxn modelId="{4C21931E-7240-4CBE-A554-DEA960C39700}" srcId="{2A07B219-F47B-451F-89DE-41CE07F2F4FE}" destId="{2A649389-3C7F-4E8C-896D-2E679A33018E}" srcOrd="1" destOrd="0" parTransId="{215540B5-171E-4B61-A9DA-EEE7A6E72435}" sibTransId="{4408C51D-B9CD-4B0B-BD9D-BD08D3196FF1}"/>
    <dgm:cxn modelId="{013BA652-1FED-460C-9237-A4BD0927AB51}" srcId="{2A07B219-F47B-451F-89DE-41CE07F2F4FE}" destId="{F529432E-98C6-4F9F-8426-8FB7D5084C05}" srcOrd="2" destOrd="0" parTransId="{DE32810E-2234-4F59-B5C7-D5F80A082436}" sibTransId="{BCCACCBE-7432-406E-B379-F4C410FA8190}"/>
    <dgm:cxn modelId="{C6D9E3CB-3D49-4288-BA7E-413A9F55F993}" type="presOf" srcId="{98727287-BFFE-4487-B359-E5B444DEE6E0}" destId="{7936800F-6892-444B-9343-71F99E08C7A8}" srcOrd="0" destOrd="0" presId="urn:microsoft.com/office/officeart/2005/8/layout/vList2"/>
    <dgm:cxn modelId="{D16775F0-6EB1-48A1-A009-B04ABE4E0E0D}" type="presOf" srcId="{2A07B219-F47B-451F-89DE-41CE07F2F4FE}" destId="{7316464D-AAC5-4CA9-B43D-7E648E56504F}" srcOrd="0" destOrd="0" presId="urn:microsoft.com/office/officeart/2005/8/layout/vList2"/>
    <dgm:cxn modelId="{1C4370F5-2724-4470-BB26-601D439AADB4}" srcId="{2A07B219-F47B-451F-89DE-41CE07F2F4FE}" destId="{98727287-BFFE-4487-B359-E5B444DEE6E0}" srcOrd="0" destOrd="0" parTransId="{75898344-9CA5-429E-946B-DAC82C2936FE}" sibTransId="{6EF7FFA4-011F-4C10-83A8-CA45534FCEE1}"/>
    <dgm:cxn modelId="{19E7D9F7-42A6-47FA-B4BC-B561D08DE377}" type="presOf" srcId="{2A649389-3C7F-4E8C-896D-2E679A33018E}" destId="{37BE0F1C-4948-445F-8B8D-6ABE31D91FD1}" srcOrd="0" destOrd="0" presId="urn:microsoft.com/office/officeart/2005/8/layout/vList2"/>
    <dgm:cxn modelId="{D8293D8E-1FC8-42AF-A057-F2F2556BAEC5}" type="presParOf" srcId="{7316464D-AAC5-4CA9-B43D-7E648E56504F}" destId="{7936800F-6892-444B-9343-71F99E08C7A8}" srcOrd="0" destOrd="0" presId="urn:microsoft.com/office/officeart/2005/8/layout/vList2"/>
    <dgm:cxn modelId="{6B81E7C1-C6D4-4800-A4B3-553263FD1F27}" type="presParOf" srcId="{7316464D-AAC5-4CA9-B43D-7E648E56504F}" destId="{38D9C182-E9BE-4AD8-A592-258C71ECEC5D}" srcOrd="1" destOrd="0" presId="urn:microsoft.com/office/officeart/2005/8/layout/vList2"/>
    <dgm:cxn modelId="{243A4021-704F-4902-BAA0-62C1C2846438}" type="presParOf" srcId="{7316464D-AAC5-4CA9-B43D-7E648E56504F}" destId="{37BE0F1C-4948-445F-8B8D-6ABE31D91FD1}" srcOrd="2" destOrd="0" presId="urn:microsoft.com/office/officeart/2005/8/layout/vList2"/>
    <dgm:cxn modelId="{CDE4767C-0A9F-4C26-B00E-A4CC01ECFC1D}" type="presParOf" srcId="{7316464D-AAC5-4CA9-B43D-7E648E56504F}" destId="{131199D6-AAB5-40E8-A331-A5CE90BC3584}" srcOrd="3" destOrd="0" presId="urn:microsoft.com/office/officeart/2005/8/layout/vList2"/>
    <dgm:cxn modelId="{EE23DAEB-FDA4-4F4F-8F1D-3E33E92037F8}" type="presParOf" srcId="{7316464D-AAC5-4CA9-B43D-7E648E56504F}" destId="{975E2FED-E3D9-49A7-811D-21BF5109BA7C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5EB4F26B-C4A2-477E-B57D-2EC27281E663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555630E-D7E1-4248-93C1-626536C1C050}">
      <dgm:prSet/>
      <dgm:spPr/>
      <dgm:t>
        <a:bodyPr/>
        <a:lstStyle/>
        <a:p>
          <a:r>
            <a:rPr lang="es-ES"/>
            <a:t>• Ambientals: Reducció d'emissions i optimització de l'energia.</a:t>
          </a:r>
          <a:endParaRPr lang="en-US"/>
        </a:p>
      </dgm:t>
    </dgm:pt>
    <dgm:pt modelId="{57569AC3-85AD-4EFC-82D7-EFE834C59D0B}" type="parTrans" cxnId="{D51E701A-1EAF-4830-B2F8-095685153287}">
      <dgm:prSet/>
      <dgm:spPr/>
      <dgm:t>
        <a:bodyPr/>
        <a:lstStyle/>
        <a:p>
          <a:endParaRPr lang="en-US"/>
        </a:p>
      </dgm:t>
    </dgm:pt>
    <dgm:pt modelId="{90C99148-8A49-420E-B50A-2E968AF38686}" type="sibTrans" cxnId="{D51E701A-1EAF-4830-B2F8-095685153287}">
      <dgm:prSet/>
      <dgm:spPr/>
      <dgm:t>
        <a:bodyPr/>
        <a:lstStyle/>
        <a:p>
          <a:endParaRPr lang="en-US"/>
        </a:p>
      </dgm:t>
    </dgm:pt>
    <dgm:pt modelId="{1F1B12C9-56AB-4FA9-B042-18C6558BF2FA}">
      <dgm:prSet/>
      <dgm:spPr/>
      <dgm:t>
        <a:bodyPr/>
        <a:lstStyle/>
        <a:p>
          <a:r>
            <a:rPr lang="es-ES"/>
            <a:t>• Socials: Drets laborals i inclusió.</a:t>
          </a:r>
          <a:endParaRPr lang="en-US"/>
        </a:p>
      </dgm:t>
    </dgm:pt>
    <dgm:pt modelId="{202833B8-D07E-444A-BEA7-22F8311BA549}" type="parTrans" cxnId="{CA8A9715-CBD2-44C0-99A4-138C52082FEA}">
      <dgm:prSet/>
      <dgm:spPr/>
      <dgm:t>
        <a:bodyPr/>
        <a:lstStyle/>
        <a:p>
          <a:endParaRPr lang="en-US"/>
        </a:p>
      </dgm:t>
    </dgm:pt>
    <dgm:pt modelId="{675CBDD5-C506-4FAF-BD89-C853733E9BA9}" type="sibTrans" cxnId="{CA8A9715-CBD2-44C0-99A4-138C52082FEA}">
      <dgm:prSet/>
      <dgm:spPr/>
      <dgm:t>
        <a:bodyPr/>
        <a:lstStyle/>
        <a:p>
          <a:endParaRPr lang="en-US"/>
        </a:p>
      </dgm:t>
    </dgm:pt>
    <dgm:pt modelId="{E9EE7F9B-1402-4583-9AF9-F181463EBCC1}">
      <dgm:prSet/>
      <dgm:spPr/>
      <dgm:t>
        <a:bodyPr/>
        <a:lstStyle/>
        <a:p>
          <a:r>
            <a:rPr lang="es-ES"/>
            <a:t>• Governança: Transparència i responsabilitat.</a:t>
          </a:r>
          <a:endParaRPr lang="en-US"/>
        </a:p>
      </dgm:t>
    </dgm:pt>
    <dgm:pt modelId="{8F15A48B-B9D6-4B4C-AC95-B34D626C19A9}" type="parTrans" cxnId="{86664D37-3F3F-478F-9A16-32A5CD41C0E0}">
      <dgm:prSet/>
      <dgm:spPr/>
      <dgm:t>
        <a:bodyPr/>
        <a:lstStyle/>
        <a:p>
          <a:endParaRPr lang="en-US"/>
        </a:p>
      </dgm:t>
    </dgm:pt>
    <dgm:pt modelId="{3D50A24F-5618-4F36-9CBF-939ED507AC64}" type="sibTrans" cxnId="{86664D37-3F3F-478F-9A16-32A5CD41C0E0}">
      <dgm:prSet/>
      <dgm:spPr/>
      <dgm:t>
        <a:bodyPr/>
        <a:lstStyle/>
        <a:p>
          <a:endParaRPr lang="en-US"/>
        </a:p>
      </dgm:t>
    </dgm:pt>
    <dgm:pt modelId="{C3AAC650-A6DB-4614-8902-ABA400DFA497}">
      <dgm:prSet/>
      <dgm:spPr/>
      <dgm:t>
        <a:bodyPr/>
        <a:lstStyle/>
        <a:p>
          <a:r>
            <a:rPr lang="es-ES"/>
            <a:t>• Beneficis: Millora de reputació, impacte positiu en la comunitat, atractiu per inversors responsables.</a:t>
          </a:r>
          <a:endParaRPr lang="en-US"/>
        </a:p>
      </dgm:t>
    </dgm:pt>
    <dgm:pt modelId="{257E9BE9-B1C9-471E-911D-1C566E4A0177}" type="parTrans" cxnId="{1AE8EB57-D70F-4421-AA22-58158E104092}">
      <dgm:prSet/>
      <dgm:spPr/>
      <dgm:t>
        <a:bodyPr/>
        <a:lstStyle/>
        <a:p>
          <a:endParaRPr lang="en-US"/>
        </a:p>
      </dgm:t>
    </dgm:pt>
    <dgm:pt modelId="{9A81B55A-64FE-47BF-B429-D61242682916}" type="sibTrans" cxnId="{1AE8EB57-D70F-4421-AA22-58158E104092}">
      <dgm:prSet/>
      <dgm:spPr/>
      <dgm:t>
        <a:bodyPr/>
        <a:lstStyle/>
        <a:p>
          <a:endParaRPr lang="en-US"/>
        </a:p>
      </dgm:t>
    </dgm:pt>
    <dgm:pt modelId="{3AEC7182-9D87-421A-974B-611874DA961E}" type="pres">
      <dgm:prSet presAssocID="{5EB4F26B-C4A2-477E-B57D-2EC27281E663}" presName="vert0" presStyleCnt="0">
        <dgm:presLayoutVars>
          <dgm:dir/>
          <dgm:animOne val="branch"/>
          <dgm:animLvl val="lvl"/>
        </dgm:presLayoutVars>
      </dgm:prSet>
      <dgm:spPr/>
    </dgm:pt>
    <dgm:pt modelId="{942B9F42-E055-45EA-A534-0B230623B639}" type="pres">
      <dgm:prSet presAssocID="{1555630E-D7E1-4248-93C1-626536C1C050}" presName="thickLine" presStyleLbl="alignNode1" presStyleIdx="0" presStyleCnt="4"/>
      <dgm:spPr/>
    </dgm:pt>
    <dgm:pt modelId="{4CF932FA-2486-4B19-AD2E-AA123BBDAFCB}" type="pres">
      <dgm:prSet presAssocID="{1555630E-D7E1-4248-93C1-626536C1C050}" presName="horz1" presStyleCnt="0"/>
      <dgm:spPr/>
    </dgm:pt>
    <dgm:pt modelId="{44D804C1-2353-4AD7-B2F5-047723EED057}" type="pres">
      <dgm:prSet presAssocID="{1555630E-D7E1-4248-93C1-626536C1C050}" presName="tx1" presStyleLbl="revTx" presStyleIdx="0" presStyleCnt="4"/>
      <dgm:spPr/>
    </dgm:pt>
    <dgm:pt modelId="{564E3012-A368-4F12-A1F1-A04B833DE1E9}" type="pres">
      <dgm:prSet presAssocID="{1555630E-D7E1-4248-93C1-626536C1C050}" presName="vert1" presStyleCnt="0"/>
      <dgm:spPr/>
    </dgm:pt>
    <dgm:pt modelId="{96701E71-1949-46E6-AE1C-8151937145C0}" type="pres">
      <dgm:prSet presAssocID="{1F1B12C9-56AB-4FA9-B042-18C6558BF2FA}" presName="thickLine" presStyleLbl="alignNode1" presStyleIdx="1" presStyleCnt="4"/>
      <dgm:spPr/>
    </dgm:pt>
    <dgm:pt modelId="{906E41DF-0CEC-453C-BA72-2CD586DFFF25}" type="pres">
      <dgm:prSet presAssocID="{1F1B12C9-56AB-4FA9-B042-18C6558BF2FA}" presName="horz1" presStyleCnt="0"/>
      <dgm:spPr/>
    </dgm:pt>
    <dgm:pt modelId="{1D61F82D-2AD5-443A-9647-408EBD17143B}" type="pres">
      <dgm:prSet presAssocID="{1F1B12C9-56AB-4FA9-B042-18C6558BF2FA}" presName="tx1" presStyleLbl="revTx" presStyleIdx="1" presStyleCnt="4"/>
      <dgm:spPr/>
    </dgm:pt>
    <dgm:pt modelId="{B60D88E3-6877-4E6A-B392-D71349519D5E}" type="pres">
      <dgm:prSet presAssocID="{1F1B12C9-56AB-4FA9-B042-18C6558BF2FA}" presName="vert1" presStyleCnt="0"/>
      <dgm:spPr/>
    </dgm:pt>
    <dgm:pt modelId="{2C46A9F3-ED47-4641-8153-B3ADAD4F296D}" type="pres">
      <dgm:prSet presAssocID="{E9EE7F9B-1402-4583-9AF9-F181463EBCC1}" presName="thickLine" presStyleLbl="alignNode1" presStyleIdx="2" presStyleCnt="4"/>
      <dgm:spPr/>
    </dgm:pt>
    <dgm:pt modelId="{78A4454E-9FBF-43CF-BECB-8F55FED19C05}" type="pres">
      <dgm:prSet presAssocID="{E9EE7F9B-1402-4583-9AF9-F181463EBCC1}" presName="horz1" presStyleCnt="0"/>
      <dgm:spPr/>
    </dgm:pt>
    <dgm:pt modelId="{81119B35-3DFE-4D5C-A6D7-019EC59A8582}" type="pres">
      <dgm:prSet presAssocID="{E9EE7F9B-1402-4583-9AF9-F181463EBCC1}" presName="tx1" presStyleLbl="revTx" presStyleIdx="2" presStyleCnt="4"/>
      <dgm:spPr/>
    </dgm:pt>
    <dgm:pt modelId="{9C52BB07-889E-4286-B1A0-27403F9311FB}" type="pres">
      <dgm:prSet presAssocID="{E9EE7F9B-1402-4583-9AF9-F181463EBCC1}" presName="vert1" presStyleCnt="0"/>
      <dgm:spPr/>
    </dgm:pt>
    <dgm:pt modelId="{F9E88190-A33E-426F-9D80-D01F8F511E59}" type="pres">
      <dgm:prSet presAssocID="{C3AAC650-A6DB-4614-8902-ABA400DFA497}" presName="thickLine" presStyleLbl="alignNode1" presStyleIdx="3" presStyleCnt="4"/>
      <dgm:spPr/>
    </dgm:pt>
    <dgm:pt modelId="{259B9088-46E7-4C10-9CF4-03ECA8160F43}" type="pres">
      <dgm:prSet presAssocID="{C3AAC650-A6DB-4614-8902-ABA400DFA497}" presName="horz1" presStyleCnt="0"/>
      <dgm:spPr/>
    </dgm:pt>
    <dgm:pt modelId="{1A20FBFE-8C99-4548-A636-6D56ADDCD442}" type="pres">
      <dgm:prSet presAssocID="{C3AAC650-A6DB-4614-8902-ABA400DFA497}" presName="tx1" presStyleLbl="revTx" presStyleIdx="3" presStyleCnt="4"/>
      <dgm:spPr/>
    </dgm:pt>
    <dgm:pt modelId="{6FCD0140-3E2E-45BF-8EEA-C7460B332D60}" type="pres">
      <dgm:prSet presAssocID="{C3AAC650-A6DB-4614-8902-ABA400DFA497}" presName="vert1" presStyleCnt="0"/>
      <dgm:spPr/>
    </dgm:pt>
  </dgm:ptLst>
  <dgm:cxnLst>
    <dgm:cxn modelId="{CA8A9715-CBD2-44C0-99A4-138C52082FEA}" srcId="{5EB4F26B-C4A2-477E-B57D-2EC27281E663}" destId="{1F1B12C9-56AB-4FA9-B042-18C6558BF2FA}" srcOrd="1" destOrd="0" parTransId="{202833B8-D07E-444A-BEA7-22F8311BA549}" sibTransId="{675CBDD5-C506-4FAF-BD89-C853733E9BA9}"/>
    <dgm:cxn modelId="{D51E701A-1EAF-4830-B2F8-095685153287}" srcId="{5EB4F26B-C4A2-477E-B57D-2EC27281E663}" destId="{1555630E-D7E1-4248-93C1-626536C1C050}" srcOrd="0" destOrd="0" parTransId="{57569AC3-85AD-4EFC-82D7-EFE834C59D0B}" sibTransId="{90C99148-8A49-420E-B50A-2E968AF38686}"/>
    <dgm:cxn modelId="{B8FCD126-4645-40FA-9BD2-20A9ADFEAE35}" type="presOf" srcId="{1F1B12C9-56AB-4FA9-B042-18C6558BF2FA}" destId="{1D61F82D-2AD5-443A-9647-408EBD17143B}" srcOrd="0" destOrd="0" presId="urn:microsoft.com/office/officeart/2008/layout/LinedList"/>
    <dgm:cxn modelId="{29473A2F-9626-48F1-9437-A79DA32075D3}" type="presOf" srcId="{1555630E-D7E1-4248-93C1-626536C1C050}" destId="{44D804C1-2353-4AD7-B2F5-047723EED057}" srcOrd="0" destOrd="0" presId="urn:microsoft.com/office/officeart/2008/layout/LinedList"/>
    <dgm:cxn modelId="{86664D37-3F3F-478F-9A16-32A5CD41C0E0}" srcId="{5EB4F26B-C4A2-477E-B57D-2EC27281E663}" destId="{E9EE7F9B-1402-4583-9AF9-F181463EBCC1}" srcOrd="2" destOrd="0" parTransId="{8F15A48B-B9D6-4B4C-AC95-B34D626C19A9}" sibTransId="{3D50A24F-5618-4F36-9CBF-939ED507AC64}"/>
    <dgm:cxn modelId="{63CE0A5F-5C3D-4594-8C96-6148E0E29CA7}" type="presOf" srcId="{C3AAC650-A6DB-4614-8902-ABA400DFA497}" destId="{1A20FBFE-8C99-4548-A636-6D56ADDCD442}" srcOrd="0" destOrd="0" presId="urn:microsoft.com/office/officeart/2008/layout/LinedList"/>
    <dgm:cxn modelId="{1AE8EB57-D70F-4421-AA22-58158E104092}" srcId="{5EB4F26B-C4A2-477E-B57D-2EC27281E663}" destId="{C3AAC650-A6DB-4614-8902-ABA400DFA497}" srcOrd="3" destOrd="0" parTransId="{257E9BE9-B1C9-471E-911D-1C566E4A0177}" sibTransId="{9A81B55A-64FE-47BF-B429-D61242682916}"/>
    <dgm:cxn modelId="{E4A2F0E4-AC35-4CEC-A26C-ECD83DF809B0}" type="presOf" srcId="{5EB4F26B-C4A2-477E-B57D-2EC27281E663}" destId="{3AEC7182-9D87-421A-974B-611874DA961E}" srcOrd="0" destOrd="0" presId="urn:microsoft.com/office/officeart/2008/layout/LinedList"/>
    <dgm:cxn modelId="{397E09ED-25C5-4968-BD27-3DD335793039}" type="presOf" srcId="{E9EE7F9B-1402-4583-9AF9-F181463EBCC1}" destId="{81119B35-3DFE-4D5C-A6D7-019EC59A8582}" srcOrd="0" destOrd="0" presId="urn:microsoft.com/office/officeart/2008/layout/LinedList"/>
    <dgm:cxn modelId="{B7ECF5CA-FF02-4DAF-A0BC-053CECAF2808}" type="presParOf" srcId="{3AEC7182-9D87-421A-974B-611874DA961E}" destId="{942B9F42-E055-45EA-A534-0B230623B639}" srcOrd="0" destOrd="0" presId="urn:microsoft.com/office/officeart/2008/layout/LinedList"/>
    <dgm:cxn modelId="{31AD2523-DC6A-419B-AAC4-D87764B6E08E}" type="presParOf" srcId="{3AEC7182-9D87-421A-974B-611874DA961E}" destId="{4CF932FA-2486-4B19-AD2E-AA123BBDAFCB}" srcOrd="1" destOrd="0" presId="urn:microsoft.com/office/officeart/2008/layout/LinedList"/>
    <dgm:cxn modelId="{94C99E61-3E86-4761-A4E7-58CBE4F786CD}" type="presParOf" srcId="{4CF932FA-2486-4B19-AD2E-AA123BBDAFCB}" destId="{44D804C1-2353-4AD7-B2F5-047723EED057}" srcOrd="0" destOrd="0" presId="urn:microsoft.com/office/officeart/2008/layout/LinedList"/>
    <dgm:cxn modelId="{07512880-0913-41E6-8849-C16A965F8318}" type="presParOf" srcId="{4CF932FA-2486-4B19-AD2E-AA123BBDAFCB}" destId="{564E3012-A368-4F12-A1F1-A04B833DE1E9}" srcOrd="1" destOrd="0" presId="urn:microsoft.com/office/officeart/2008/layout/LinedList"/>
    <dgm:cxn modelId="{D8BD9188-C157-4CB0-A0BB-FA1BA88FCFD2}" type="presParOf" srcId="{3AEC7182-9D87-421A-974B-611874DA961E}" destId="{96701E71-1949-46E6-AE1C-8151937145C0}" srcOrd="2" destOrd="0" presId="urn:microsoft.com/office/officeart/2008/layout/LinedList"/>
    <dgm:cxn modelId="{682233BB-7FC3-4C6C-A384-4F7941CC1945}" type="presParOf" srcId="{3AEC7182-9D87-421A-974B-611874DA961E}" destId="{906E41DF-0CEC-453C-BA72-2CD586DFFF25}" srcOrd="3" destOrd="0" presId="urn:microsoft.com/office/officeart/2008/layout/LinedList"/>
    <dgm:cxn modelId="{8B91FA6A-2EAE-412B-AFEF-1BF686DB3CDE}" type="presParOf" srcId="{906E41DF-0CEC-453C-BA72-2CD586DFFF25}" destId="{1D61F82D-2AD5-443A-9647-408EBD17143B}" srcOrd="0" destOrd="0" presId="urn:microsoft.com/office/officeart/2008/layout/LinedList"/>
    <dgm:cxn modelId="{4F6823E5-1D15-4D59-A299-94F98657E23D}" type="presParOf" srcId="{906E41DF-0CEC-453C-BA72-2CD586DFFF25}" destId="{B60D88E3-6877-4E6A-B392-D71349519D5E}" srcOrd="1" destOrd="0" presId="urn:microsoft.com/office/officeart/2008/layout/LinedList"/>
    <dgm:cxn modelId="{3BA7B7EB-CC50-49E0-9692-D6F2A1275ECD}" type="presParOf" srcId="{3AEC7182-9D87-421A-974B-611874DA961E}" destId="{2C46A9F3-ED47-4641-8153-B3ADAD4F296D}" srcOrd="4" destOrd="0" presId="urn:microsoft.com/office/officeart/2008/layout/LinedList"/>
    <dgm:cxn modelId="{E008F615-F16F-476E-BC86-0F63DC0725C0}" type="presParOf" srcId="{3AEC7182-9D87-421A-974B-611874DA961E}" destId="{78A4454E-9FBF-43CF-BECB-8F55FED19C05}" srcOrd="5" destOrd="0" presId="urn:microsoft.com/office/officeart/2008/layout/LinedList"/>
    <dgm:cxn modelId="{6B630477-2723-4FD3-AD91-06264CFE7EBC}" type="presParOf" srcId="{78A4454E-9FBF-43CF-BECB-8F55FED19C05}" destId="{81119B35-3DFE-4D5C-A6D7-019EC59A8582}" srcOrd="0" destOrd="0" presId="urn:microsoft.com/office/officeart/2008/layout/LinedList"/>
    <dgm:cxn modelId="{00DAE9A1-7A7F-4456-8C48-1F6E2194F5AD}" type="presParOf" srcId="{78A4454E-9FBF-43CF-BECB-8F55FED19C05}" destId="{9C52BB07-889E-4286-B1A0-27403F9311FB}" srcOrd="1" destOrd="0" presId="urn:microsoft.com/office/officeart/2008/layout/LinedList"/>
    <dgm:cxn modelId="{A03D225C-3262-4FC0-B1CE-560BBEBEAB8A}" type="presParOf" srcId="{3AEC7182-9D87-421A-974B-611874DA961E}" destId="{F9E88190-A33E-426F-9D80-D01F8F511E59}" srcOrd="6" destOrd="0" presId="urn:microsoft.com/office/officeart/2008/layout/LinedList"/>
    <dgm:cxn modelId="{FE7DAE46-DED5-42F6-9ECE-5C21CE997434}" type="presParOf" srcId="{3AEC7182-9D87-421A-974B-611874DA961E}" destId="{259B9088-46E7-4C10-9CF4-03ECA8160F43}" srcOrd="7" destOrd="0" presId="urn:microsoft.com/office/officeart/2008/layout/LinedList"/>
    <dgm:cxn modelId="{139FCB16-7741-46CC-B38C-977C4A24480B}" type="presParOf" srcId="{259B9088-46E7-4C10-9CF4-03ECA8160F43}" destId="{1A20FBFE-8C99-4548-A636-6D56ADDCD442}" srcOrd="0" destOrd="0" presId="urn:microsoft.com/office/officeart/2008/layout/LinedList"/>
    <dgm:cxn modelId="{DC168601-0C2B-425F-B813-CFA1C312C31B}" type="presParOf" srcId="{259B9088-46E7-4C10-9CF4-03ECA8160F43}" destId="{6FCD0140-3E2E-45BF-8EEA-C7460B332D6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93A2AE-C21D-48AA-8EFC-F5FAFDEC3E07}">
      <dsp:nvSpPr>
        <dsp:cNvPr id="0" name=""/>
        <dsp:cNvSpPr/>
      </dsp:nvSpPr>
      <dsp:spPr>
        <a:xfrm>
          <a:off x="0" y="0"/>
          <a:ext cx="8412480" cy="95729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kern="1200" dirty="0" err="1"/>
            <a:t>Satisfer</a:t>
          </a:r>
          <a:r>
            <a:rPr lang="es-ES" sz="2500" kern="1200" dirty="0"/>
            <a:t> les </a:t>
          </a:r>
          <a:r>
            <a:rPr lang="es-ES" sz="2500" kern="1200" dirty="0" err="1"/>
            <a:t>necessitats</a:t>
          </a:r>
          <a:r>
            <a:rPr lang="es-ES" sz="2500" kern="1200" dirty="0"/>
            <a:t> </a:t>
          </a:r>
          <a:r>
            <a:rPr lang="es-ES" sz="2500" kern="1200" dirty="0" err="1"/>
            <a:t>actuals</a:t>
          </a:r>
          <a:r>
            <a:rPr lang="es-ES" sz="2500" kern="1200" dirty="0"/>
            <a:t> </a:t>
          </a:r>
          <a:r>
            <a:rPr lang="es-ES" sz="2500" kern="1200" dirty="0" err="1"/>
            <a:t>sense</a:t>
          </a:r>
          <a:r>
            <a:rPr lang="es-ES" sz="2500" kern="1200" dirty="0"/>
            <a:t> </a:t>
          </a:r>
          <a:r>
            <a:rPr lang="es-ES" sz="2500" kern="1200" dirty="0" err="1"/>
            <a:t>comprometre</a:t>
          </a:r>
          <a:r>
            <a:rPr lang="es-ES" sz="2500" kern="1200" dirty="0"/>
            <a:t> les futures </a:t>
          </a:r>
          <a:r>
            <a:rPr lang="es-ES" sz="2500" kern="1200" dirty="0" err="1"/>
            <a:t>generacions</a:t>
          </a:r>
          <a:r>
            <a:rPr lang="es-ES" sz="2500" kern="1200" dirty="0"/>
            <a:t>.</a:t>
          </a:r>
          <a:endParaRPr lang="en-US" sz="2500" kern="1200" dirty="0"/>
        </a:p>
      </dsp:txBody>
      <dsp:txXfrm>
        <a:off x="28038" y="28038"/>
        <a:ext cx="7298593" cy="901218"/>
      </dsp:txXfrm>
    </dsp:sp>
    <dsp:sp modelId="{D3F02844-E0C5-41F9-BAFB-BCBA1C328E97}">
      <dsp:nvSpPr>
        <dsp:cNvPr id="0" name=""/>
        <dsp:cNvSpPr/>
      </dsp:nvSpPr>
      <dsp:spPr>
        <a:xfrm>
          <a:off x="704545" y="1131347"/>
          <a:ext cx="8412480" cy="957294"/>
        </a:xfrm>
        <a:prstGeom prst="roundRect">
          <a:avLst>
            <a:gd name="adj" fmla="val 10000"/>
          </a:avLst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kern="1200"/>
            <a:t>• Pilar Ambiental: Protecció dels recursos naturals, reducció de la contaminació.</a:t>
          </a:r>
          <a:endParaRPr lang="en-US" sz="2500" kern="1200"/>
        </a:p>
      </dsp:txBody>
      <dsp:txXfrm>
        <a:off x="732583" y="1159385"/>
        <a:ext cx="7029617" cy="901218"/>
      </dsp:txXfrm>
    </dsp:sp>
    <dsp:sp modelId="{B45BDB61-E749-4AD5-867D-7059D70F436A}">
      <dsp:nvSpPr>
        <dsp:cNvPr id="0" name=""/>
        <dsp:cNvSpPr/>
      </dsp:nvSpPr>
      <dsp:spPr>
        <a:xfrm>
          <a:off x="1398574" y="2262695"/>
          <a:ext cx="8412480" cy="957294"/>
        </a:xfrm>
        <a:prstGeom prst="roundRect">
          <a:avLst>
            <a:gd name="adj" fmla="val 10000"/>
          </a:avLst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kern="1200"/>
            <a:t>• Pilar Social: Igualtat, condicions laborals justes, inclusió.</a:t>
          </a:r>
          <a:endParaRPr lang="en-US" sz="2500" kern="1200"/>
        </a:p>
      </dsp:txBody>
      <dsp:txXfrm>
        <a:off x="1426612" y="2290733"/>
        <a:ext cx="7040133" cy="901218"/>
      </dsp:txXfrm>
    </dsp:sp>
    <dsp:sp modelId="{1B4CC554-79D2-4846-ADE2-FB9D24D85918}">
      <dsp:nvSpPr>
        <dsp:cNvPr id="0" name=""/>
        <dsp:cNvSpPr/>
      </dsp:nvSpPr>
      <dsp:spPr>
        <a:xfrm>
          <a:off x="2103119" y="3394043"/>
          <a:ext cx="8412480" cy="957294"/>
        </a:xfrm>
        <a:prstGeom prst="roundRect">
          <a:avLst>
            <a:gd name="adj" fmla="val 10000"/>
          </a:avLst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kern="1200"/>
            <a:t>• Pilar Econòmic: Creixement econòmic sostenible.</a:t>
          </a:r>
          <a:endParaRPr lang="en-US" sz="2500" kern="1200"/>
        </a:p>
      </dsp:txBody>
      <dsp:txXfrm>
        <a:off x="2131157" y="3422081"/>
        <a:ext cx="7029617" cy="901218"/>
      </dsp:txXfrm>
    </dsp:sp>
    <dsp:sp modelId="{05322B88-4BD3-4AB5-B7DF-03DA64B6C62C}">
      <dsp:nvSpPr>
        <dsp:cNvPr id="0" name=""/>
        <dsp:cNvSpPr/>
      </dsp:nvSpPr>
      <dsp:spPr>
        <a:xfrm>
          <a:off x="7790238" y="733200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7930242" y="733200"/>
        <a:ext cx="342233" cy="468236"/>
      </dsp:txXfrm>
    </dsp:sp>
    <dsp:sp modelId="{A4C06AB1-D563-482B-AAF5-1A506563F236}">
      <dsp:nvSpPr>
        <dsp:cNvPr id="0" name=""/>
        <dsp:cNvSpPr/>
      </dsp:nvSpPr>
      <dsp:spPr>
        <a:xfrm>
          <a:off x="8494783" y="1864548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3367359"/>
            <a:satOff val="-31116"/>
            <a:lumOff val="-350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3367359"/>
              <a:satOff val="-31116"/>
              <a:lumOff val="-35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8634787" y="1864548"/>
        <a:ext cx="342233" cy="468236"/>
      </dsp:txXfrm>
    </dsp:sp>
    <dsp:sp modelId="{188C52F1-3D11-49BA-86ED-689EC25AC54F}">
      <dsp:nvSpPr>
        <dsp:cNvPr id="0" name=""/>
        <dsp:cNvSpPr/>
      </dsp:nvSpPr>
      <dsp:spPr>
        <a:xfrm>
          <a:off x="9188813" y="2995896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9328817" y="2995896"/>
        <a:ext cx="342233" cy="46823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9524CA-8F39-4695-9366-9AC87DD74A1F}">
      <dsp:nvSpPr>
        <dsp:cNvPr id="0" name=""/>
        <dsp:cNvSpPr/>
      </dsp:nvSpPr>
      <dsp:spPr>
        <a:xfrm>
          <a:off x="0" y="524133"/>
          <a:ext cx="2918936" cy="18535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C0A446-2A7C-433C-A435-CDE6D6263FF6}">
      <dsp:nvSpPr>
        <dsp:cNvPr id="0" name=""/>
        <dsp:cNvSpPr/>
      </dsp:nvSpPr>
      <dsp:spPr>
        <a:xfrm>
          <a:off x="324326" y="832243"/>
          <a:ext cx="2918936" cy="185352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300" kern="1200"/>
            <a:t>• Agenda 2030: 17 ODS.</a:t>
          </a:r>
          <a:endParaRPr lang="en-US" sz="2300" kern="1200"/>
        </a:p>
      </dsp:txBody>
      <dsp:txXfrm>
        <a:off x="378614" y="886531"/>
        <a:ext cx="2810360" cy="1744948"/>
      </dsp:txXfrm>
    </dsp:sp>
    <dsp:sp modelId="{546A4493-CAD9-44EE-A163-E88888C8C17B}">
      <dsp:nvSpPr>
        <dsp:cNvPr id="0" name=""/>
        <dsp:cNvSpPr/>
      </dsp:nvSpPr>
      <dsp:spPr>
        <a:xfrm>
          <a:off x="3567588" y="524133"/>
          <a:ext cx="2918936" cy="18535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95BBFA-F969-45CB-A054-D8B5E13AA3F4}">
      <dsp:nvSpPr>
        <dsp:cNvPr id="0" name=""/>
        <dsp:cNvSpPr/>
      </dsp:nvSpPr>
      <dsp:spPr>
        <a:xfrm>
          <a:off x="3891915" y="832243"/>
          <a:ext cx="2918936" cy="185352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300" kern="1200"/>
            <a:t>• Acord de París: Reducció de gasos d'efecte hivernacle.</a:t>
          </a:r>
          <a:endParaRPr lang="en-US" sz="2300" kern="1200"/>
        </a:p>
      </dsp:txBody>
      <dsp:txXfrm>
        <a:off x="3946203" y="886531"/>
        <a:ext cx="2810360" cy="1744948"/>
      </dsp:txXfrm>
    </dsp:sp>
    <dsp:sp modelId="{0E03C5F9-3123-4BF6-8CDB-38D90B00661F}">
      <dsp:nvSpPr>
        <dsp:cNvPr id="0" name=""/>
        <dsp:cNvSpPr/>
      </dsp:nvSpPr>
      <dsp:spPr>
        <a:xfrm>
          <a:off x="7135177" y="524133"/>
          <a:ext cx="2918936" cy="18535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584E09-71D0-4CF7-89C4-5B29E427BB39}">
      <dsp:nvSpPr>
        <dsp:cNvPr id="0" name=""/>
        <dsp:cNvSpPr/>
      </dsp:nvSpPr>
      <dsp:spPr>
        <a:xfrm>
          <a:off x="7459503" y="832243"/>
          <a:ext cx="2918936" cy="185352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300" kern="1200"/>
            <a:t>• Principis de l'Equador: Normes per gestionar riscos ambientals i socials.</a:t>
          </a:r>
          <a:endParaRPr lang="en-US" sz="2300" kern="1200"/>
        </a:p>
      </dsp:txBody>
      <dsp:txXfrm>
        <a:off x="7513791" y="886531"/>
        <a:ext cx="2810360" cy="174494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ABF696-1E87-4FC8-8AFA-0B6A738E4316}">
      <dsp:nvSpPr>
        <dsp:cNvPr id="0" name=""/>
        <dsp:cNvSpPr/>
      </dsp:nvSpPr>
      <dsp:spPr>
        <a:xfrm>
          <a:off x="3364992" y="2124"/>
          <a:ext cx="3785616" cy="1402286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kern="1200"/>
            <a:t>• Eficiència energètica: Optimització dels recursos tecnològics.</a:t>
          </a:r>
          <a:endParaRPr lang="en-US" sz="2100" kern="1200"/>
        </a:p>
      </dsp:txBody>
      <dsp:txXfrm>
        <a:off x="3433446" y="70578"/>
        <a:ext cx="3648708" cy="1265378"/>
      </dsp:txXfrm>
    </dsp:sp>
    <dsp:sp modelId="{9BDFCE01-3999-4611-AD14-9A4409C4623A}">
      <dsp:nvSpPr>
        <dsp:cNvPr id="0" name=""/>
        <dsp:cNvSpPr/>
      </dsp:nvSpPr>
      <dsp:spPr>
        <a:xfrm>
          <a:off x="3364992" y="1474525"/>
          <a:ext cx="3785616" cy="1402286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kern="1200"/>
            <a:t>• Gestió de residus digitals: Reduir codi obsolet i gestionar dades eficientment.</a:t>
          </a:r>
          <a:endParaRPr lang="en-US" sz="2100" kern="1200"/>
        </a:p>
      </dsp:txBody>
      <dsp:txXfrm>
        <a:off x="3433446" y="1542979"/>
        <a:ext cx="3648708" cy="1265378"/>
      </dsp:txXfrm>
    </dsp:sp>
    <dsp:sp modelId="{CA101C89-ED22-4104-9B6C-8F7FADED9ACE}">
      <dsp:nvSpPr>
        <dsp:cNvPr id="0" name=""/>
        <dsp:cNvSpPr/>
      </dsp:nvSpPr>
      <dsp:spPr>
        <a:xfrm>
          <a:off x="3364992" y="2946926"/>
          <a:ext cx="3785616" cy="1402286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kern="1200"/>
            <a:t>• Conservació de recursos: Reutilització de codi i programació sostenible.</a:t>
          </a:r>
          <a:endParaRPr lang="en-US" sz="2100" kern="1200"/>
        </a:p>
      </dsp:txBody>
      <dsp:txXfrm>
        <a:off x="3433446" y="3015380"/>
        <a:ext cx="3648708" cy="126537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29881E-BBD3-4CC7-A7C3-97CE1417528C}">
      <dsp:nvSpPr>
        <dsp:cNvPr id="0" name=""/>
        <dsp:cNvSpPr/>
      </dsp:nvSpPr>
      <dsp:spPr>
        <a:xfrm>
          <a:off x="0" y="48969"/>
          <a:ext cx="10515600" cy="13525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400" kern="1200"/>
            <a:t>• Condicions laborals segures: Garantir un ambient saludable i just.</a:t>
          </a:r>
          <a:endParaRPr lang="en-US" sz="3400" kern="1200"/>
        </a:p>
      </dsp:txBody>
      <dsp:txXfrm>
        <a:off x="66025" y="114994"/>
        <a:ext cx="10383550" cy="1220470"/>
      </dsp:txXfrm>
    </dsp:sp>
    <dsp:sp modelId="{6DE30E54-1CD8-48F9-85BC-ADC334E1ABBB}">
      <dsp:nvSpPr>
        <dsp:cNvPr id="0" name=""/>
        <dsp:cNvSpPr/>
      </dsp:nvSpPr>
      <dsp:spPr>
        <a:xfrm>
          <a:off x="0" y="1499409"/>
          <a:ext cx="10515600" cy="135252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400" kern="1200"/>
            <a:t>• Inclusió i diversitat: Aplicacions accessibles per a tothom.</a:t>
          </a:r>
          <a:endParaRPr lang="en-US" sz="3400" kern="1200"/>
        </a:p>
      </dsp:txBody>
      <dsp:txXfrm>
        <a:off x="66025" y="1565434"/>
        <a:ext cx="10383550" cy="1220470"/>
      </dsp:txXfrm>
    </dsp:sp>
    <dsp:sp modelId="{8D7F578A-DB08-4B09-84B3-D46A609E4DBC}">
      <dsp:nvSpPr>
        <dsp:cNvPr id="0" name=""/>
        <dsp:cNvSpPr/>
      </dsp:nvSpPr>
      <dsp:spPr>
        <a:xfrm>
          <a:off x="0" y="2949848"/>
          <a:ext cx="10515600" cy="135252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400" kern="1200"/>
            <a:t>• Responsabilitat comunitària: Participació en projectes de codi obert.</a:t>
          </a:r>
          <a:endParaRPr lang="en-US" sz="3400" kern="1200"/>
        </a:p>
      </dsp:txBody>
      <dsp:txXfrm>
        <a:off x="66025" y="3015873"/>
        <a:ext cx="10383550" cy="122047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552997-3E3B-4812-8DF3-DF668A682D5F}">
      <dsp:nvSpPr>
        <dsp:cNvPr id="0" name=""/>
        <dsp:cNvSpPr/>
      </dsp:nvSpPr>
      <dsp:spPr>
        <a:xfrm>
          <a:off x="0" y="48969"/>
          <a:ext cx="10515600" cy="1352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400" kern="1200" dirty="0"/>
            <a:t>• </a:t>
          </a:r>
          <a:r>
            <a:rPr lang="es-ES" sz="3400" kern="1200" dirty="0" err="1"/>
            <a:t>Ètica</a:t>
          </a:r>
          <a:r>
            <a:rPr lang="es-ES" sz="3400" kern="1200" dirty="0"/>
            <a:t> i </a:t>
          </a:r>
          <a:r>
            <a:rPr lang="es-ES" sz="3400" kern="1200" dirty="0" err="1"/>
            <a:t>transparència</a:t>
          </a:r>
          <a:r>
            <a:rPr lang="es-ES" sz="3400" kern="1200" dirty="0"/>
            <a:t>: </a:t>
          </a:r>
          <a:r>
            <a:rPr lang="es-ES" sz="3400" kern="1200" dirty="0" err="1"/>
            <a:t>Gestió</a:t>
          </a:r>
          <a:r>
            <a:rPr lang="es-ES" sz="3400" kern="1200" dirty="0"/>
            <a:t> </a:t>
          </a:r>
          <a:r>
            <a:rPr lang="es-ES" sz="3400" kern="1200" dirty="0" err="1"/>
            <a:t>ètica</a:t>
          </a:r>
          <a:r>
            <a:rPr lang="es-ES" sz="3400" kern="1200" dirty="0"/>
            <a:t> de dades i </a:t>
          </a:r>
          <a:r>
            <a:rPr lang="es-ES" sz="3400" kern="1200" dirty="0" err="1"/>
            <a:t>pràctiques</a:t>
          </a:r>
          <a:r>
            <a:rPr lang="es-ES" sz="3400" kern="1200" dirty="0"/>
            <a:t> </a:t>
          </a:r>
          <a:r>
            <a:rPr lang="es-ES" sz="3400" kern="1200" dirty="0" err="1"/>
            <a:t>empresarials</a:t>
          </a:r>
          <a:r>
            <a:rPr lang="es-ES" sz="3400" kern="1200" dirty="0"/>
            <a:t>.</a:t>
          </a:r>
          <a:endParaRPr lang="en-US" sz="3400" kern="1200" dirty="0"/>
        </a:p>
      </dsp:txBody>
      <dsp:txXfrm>
        <a:off x="66025" y="114994"/>
        <a:ext cx="10383550" cy="1220470"/>
      </dsp:txXfrm>
    </dsp:sp>
    <dsp:sp modelId="{32DCCFF3-B2B9-4E80-95EF-C69F675A6D7E}">
      <dsp:nvSpPr>
        <dsp:cNvPr id="0" name=""/>
        <dsp:cNvSpPr/>
      </dsp:nvSpPr>
      <dsp:spPr>
        <a:xfrm>
          <a:off x="0" y="1499409"/>
          <a:ext cx="10515600" cy="1352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400" kern="1200"/>
            <a:t>• Gestió de riscos: Protecció de dades i seguretat informàtica.</a:t>
          </a:r>
          <a:endParaRPr lang="en-US" sz="3400" kern="1200"/>
        </a:p>
      </dsp:txBody>
      <dsp:txXfrm>
        <a:off x="66025" y="1565434"/>
        <a:ext cx="10383550" cy="1220470"/>
      </dsp:txXfrm>
    </dsp:sp>
    <dsp:sp modelId="{16CA5D90-4CC8-440B-93F6-51C76F3AF8B5}">
      <dsp:nvSpPr>
        <dsp:cNvPr id="0" name=""/>
        <dsp:cNvSpPr/>
      </dsp:nvSpPr>
      <dsp:spPr>
        <a:xfrm>
          <a:off x="0" y="2949848"/>
          <a:ext cx="10515600" cy="1352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400" kern="1200"/>
            <a:t>• Responsabilitat corporativa: Adopció de pràctiques responsables.</a:t>
          </a:r>
          <a:endParaRPr lang="en-US" sz="3400" kern="1200"/>
        </a:p>
      </dsp:txBody>
      <dsp:txXfrm>
        <a:off x="66025" y="3015873"/>
        <a:ext cx="10383550" cy="122047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9D7DB1-7133-4E37-9603-3AD835D87C00}">
      <dsp:nvSpPr>
        <dsp:cNvPr id="0" name=""/>
        <dsp:cNvSpPr/>
      </dsp:nvSpPr>
      <dsp:spPr>
        <a:xfrm>
          <a:off x="672633" y="0"/>
          <a:ext cx="5243992" cy="5243992"/>
        </a:xfrm>
        <a:prstGeom prst="diamond">
          <a:avLst/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4AB069-D4CA-4E6E-BA90-37E02BD02E9F}">
      <dsp:nvSpPr>
        <dsp:cNvPr id="0" name=""/>
        <dsp:cNvSpPr/>
      </dsp:nvSpPr>
      <dsp:spPr>
        <a:xfrm>
          <a:off x="1170812" y="498179"/>
          <a:ext cx="2045157" cy="2045157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/>
            <a:t>• ODS 7: Energia assequible i sostenible.</a:t>
          </a:r>
          <a:endParaRPr lang="en-US" sz="1900" kern="1200"/>
        </a:p>
      </dsp:txBody>
      <dsp:txXfrm>
        <a:off x="1270648" y="598015"/>
        <a:ext cx="1845485" cy="1845485"/>
      </dsp:txXfrm>
    </dsp:sp>
    <dsp:sp modelId="{83B68D18-CFD9-49C4-9B49-1D57E573B69F}">
      <dsp:nvSpPr>
        <dsp:cNvPr id="0" name=""/>
        <dsp:cNvSpPr/>
      </dsp:nvSpPr>
      <dsp:spPr>
        <a:xfrm>
          <a:off x="3373289" y="498179"/>
          <a:ext cx="2045157" cy="2045157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/>
            <a:t>• ODS 9: Innovació i infraestructura.</a:t>
          </a:r>
          <a:endParaRPr lang="en-US" sz="1900" kern="1200"/>
        </a:p>
      </dsp:txBody>
      <dsp:txXfrm>
        <a:off x="3473125" y="598015"/>
        <a:ext cx="1845485" cy="1845485"/>
      </dsp:txXfrm>
    </dsp:sp>
    <dsp:sp modelId="{E82C32EE-D0B3-4D4C-9101-3CE158B15FFA}">
      <dsp:nvSpPr>
        <dsp:cNvPr id="0" name=""/>
        <dsp:cNvSpPr/>
      </dsp:nvSpPr>
      <dsp:spPr>
        <a:xfrm>
          <a:off x="1170812" y="2700656"/>
          <a:ext cx="2045157" cy="2045157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/>
            <a:t>• ODS 12: Producció i consum responsables.</a:t>
          </a:r>
          <a:endParaRPr lang="en-US" sz="1900" kern="1200"/>
        </a:p>
      </dsp:txBody>
      <dsp:txXfrm>
        <a:off x="1270648" y="2800492"/>
        <a:ext cx="1845485" cy="1845485"/>
      </dsp:txXfrm>
    </dsp:sp>
    <dsp:sp modelId="{AA8BE5E0-0AF0-4691-9894-44DD071ECE63}">
      <dsp:nvSpPr>
        <dsp:cNvPr id="0" name=""/>
        <dsp:cNvSpPr/>
      </dsp:nvSpPr>
      <dsp:spPr>
        <a:xfrm>
          <a:off x="3373289" y="2700656"/>
          <a:ext cx="2045157" cy="2045157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kern="1200"/>
            <a:t>• ODS 13: Acció pel clima.</a:t>
          </a:r>
          <a:endParaRPr lang="en-US" sz="1900" kern="1200"/>
        </a:p>
      </dsp:txBody>
      <dsp:txXfrm>
        <a:off x="3473125" y="2800492"/>
        <a:ext cx="1845485" cy="184548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902206-2F0B-4022-8D15-8648CB35F672}">
      <dsp:nvSpPr>
        <dsp:cNvPr id="0" name=""/>
        <dsp:cNvSpPr/>
      </dsp:nvSpPr>
      <dsp:spPr>
        <a:xfrm>
          <a:off x="0" y="7377"/>
          <a:ext cx="6263640" cy="1038082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600" kern="1200"/>
            <a:t>• Empleats: Desenvolupadors i tècnics.</a:t>
          </a:r>
          <a:endParaRPr lang="en-US" sz="2600" kern="1200"/>
        </a:p>
      </dsp:txBody>
      <dsp:txXfrm>
        <a:off x="50675" y="58052"/>
        <a:ext cx="6162290" cy="936732"/>
      </dsp:txXfrm>
    </dsp:sp>
    <dsp:sp modelId="{95B1AC0C-807F-4DCD-868C-474130E71ED8}">
      <dsp:nvSpPr>
        <dsp:cNvPr id="0" name=""/>
        <dsp:cNvSpPr/>
      </dsp:nvSpPr>
      <dsp:spPr>
        <a:xfrm>
          <a:off x="0" y="1120340"/>
          <a:ext cx="6263640" cy="1038082"/>
        </a:xfrm>
        <a:prstGeom prst="roundRect">
          <a:avLst/>
        </a:prstGeom>
        <a:solidFill>
          <a:schemeClr val="accent2">
            <a:hueOff val="1610903"/>
            <a:satOff val="-4623"/>
            <a:lumOff val="-740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600" kern="1200"/>
            <a:t>• Clients: Empreses que utilitzen les aplicacions.</a:t>
          </a:r>
          <a:endParaRPr lang="en-US" sz="2600" kern="1200"/>
        </a:p>
      </dsp:txBody>
      <dsp:txXfrm>
        <a:off x="50675" y="1171015"/>
        <a:ext cx="6162290" cy="936732"/>
      </dsp:txXfrm>
    </dsp:sp>
    <dsp:sp modelId="{416513FC-040D-42AD-ABFD-43664C2C989C}">
      <dsp:nvSpPr>
        <dsp:cNvPr id="0" name=""/>
        <dsp:cNvSpPr/>
      </dsp:nvSpPr>
      <dsp:spPr>
        <a:xfrm>
          <a:off x="0" y="2233302"/>
          <a:ext cx="6263640" cy="1038082"/>
        </a:xfrm>
        <a:prstGeom prst="round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600" kern="1200"/>
            <a:t>• Comunitat tecnològica: Altres desenvolupadors.</a:t>
          </a:r>
          <a:endParaRPr lang="en-US" sz="2600" kern="1200"/>
        </a:p>
      </dsp:txBody>
      <dsp:txXfrm>
        <a:off x="50675" y="2283977"/>
        <a:ext cx="6162290" cy="936732"/>
      </dsp:txXfrm>
    </dsp:sp>
    <dsp:sp modelId="{3DAA1AB6-3702-4D7E-B0CA-503D9C6350E7}">
      <dsp:nvSpPr>
        <dsp:cNvPr id="0" name=""/>
        <dsp:cNvSpPr/>
      </dsp:nvSpPr>
      <dsp:spPr>
        <a:xfrm>
          <a:off x="0" y="3346265"/>
          <a:ext cx="6263640" cy="1038082"/>
        </a:xfrm>
        <a:prstGeom prst="roundRect">
          <a:avLst/>
        </a:prstGeom>
        <a:solidFill>
          <a:schemeClr val="accent2">
            <a:hueOff val="4832710"/>
            <a:satOff val="-13870"/>
            <a:lumOff val="-222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600" kern="1200"/>
            <a:t>• Reguladors: Compliment normatiu.</a:t>
          </a:r>
          <a:endParaRPr lang="en-US" sz="2600" kern="1200"/>
        </a:p>
      </dsp:txBody>
      <dsp:txXfrm>
        <a:off x="50675" y="3396940"/>
        <a:ext cx="6162290" cy="936732"/>
      </dsp:txXfrm>
    </dsp:sp>
    <dsp:sp modelId="{777D75D2-8A33-43DB-A59A-33E1B3E72FBD}">
      <dsp:nvSpPr>
        <dsp:cNvPr id="0" name=""/>
        <dsp:cNvSpPr/>
      </dsp:nvSpPr>
      <dsp:spPr>
        <a:xfrm>
          <a:off x="0" y="4459227"/>
          <a:ext cx="6263640" cy="1038082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600" kern="1200"/>
            <a:t>• Proveïdors: Infraestructura tecnològica i serveis en núvol.</a:t>
          </a:r>
          <a:endParaRPr lang="en-US" sz="2600" kern="1200"/>
        </a:p>
      </dsp:txBody>
      <dsp:txXfrm>
        <a:off x="50675" y="4509902"/>
        <a:ext cx="6162290" cy="93673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C3AF06-6F35-4F20-825E-69E1A935F062}">
      <dsp:nvSpPr>
        <dsp:cNvPr id="0" name=""/>
        <dsp:cNvSpPr/>
      </dsp:nvSpPr>
      <dsp:spPr>
        <a:xfrm>
          <a:off x="1273091" y="1086"/>
          <a:ext cx="4105070" cy="246304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kern="1200"/>
            <a:t>• Riscos: Incompliment normatiu, males condicions laborals, falta de transparència.</a:t>
          </a:r>
          <a:endParaRPr lang="en-US" sz="2800" kern="1200"/>
        </a:p>
      </dsp:txBody>
      <dsp:txXfrm>
        <a:off x="1273091" y="1086"/>
        <a:ext cx="4105070" cy="2463042"/>
      </dsp:txXfrm>
    </dsp:sp>
    <dsp:sp modelId="{F8DA7B79-763C-4FA6-909F-9A1BF1E0CCDB}">
      <dsp:nvSpPr>
        <dsp:cNvPr id="0" name=""/>
        <dsp:cNvSpPr/>
      </dsp:nvSpPr>
      <dsp:spPr>
        <a:xfrm>
          <a:off x="1273091" y="2874635"/>
          <a:ext cx="4105070" cy="2463042"/>
        </a:xfrm>
        <a:prstGeom prst="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kern="1200"/>
            <a:t>• Oportunitats: Millora de reputació, participació en comunitat tecnològica, compliment de normatives.</a:t>
          </a:r>
          <a:endParaRPr lang="en-US" sz="2800" kern="1200"/>
        </a:p>
      </dsp:txBody>
      <dsp:txXfrm>
        <a:off x="1273091" y="2874635"/>
        <a:ext cx="4105070" cy="2463042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36800F-6892-444B-9343-71F99E08C7A8}">
      <dsp:nvSpPr>
        <dsp:cNvPr id="0" name=""/>
        <dsp:cNvSpPr/>
      </dsp:nvSpPr>
      <dsp:spPr>
        <a:xfrm>
          <a:off x="0" y="65653"/>
          <a:ext cx="6651253" cy="1678218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000" kern="1200"/>
            <a:t>• GRI: Estàndards per comunicar impacte ambiental i social.</a:t>
          </a:r>
          <a:endParaRPr lang="en-US" sz="3000" kern="1200"/>
        </a:p>
      </dsp:txBody>
      <dsp:txXfrm>
        <a:off x="81924" y="147577"/>
        <a:ext cx="6487405" cy="1514370"/>
      </dsp:txXfrm>
    </dsp:sp>
    <dsp:sp modelId="{37BE0F1C-4948-445F-8B8D-6ABE31D91FD1}">
      <dsp:nvSpPr>
        <dsp:cNvPr id="0" name=""/>
        <dsp:cNvSpPr/>
      </dsp:nvSpPr>
      <dsp:spPr>
        <a:xfrm>
          <a:off x="0" y="1830272"/>
          <a:ext cx="6651253" cy="1678218"/>
        </a:xfrm>
        <a:prstGeom prst="roundRect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000" kern="1200"/>
            <a:t>• ISO 26000: Responsabilitat social empresarial.</a:t>
          </a:r>
          <a:endParaRPr lang="en-US" sz="3000" kern="1200"/>
        </a:p>
      </dsp:txBody>
      <dsp:txXfrm>
        <a:off x="81924" y="1912196"/>
        <a:ext cx="6487405" cy="1514370"/>
      </dsp:txXfrm>
    </dsp:sp>
    <dsp:sp modelId="{975E2FED-E3D9-49A7-811D-21BF5109BA7C}">
      <dsp:nvSpPr>
        <dsp:cNvPr id="0" name=""/>
        <dsp:cNvSpPr/>
      </dsp:nvSpPr>
      <dsp:spPr>
        <a:xfrm>
          <a:off x="0" y="3594891"/>
          <a:ext cx="6651253" cy="1678218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000" kern="1200"/>
            <a:t>• SASB: Divulgació de pràctiques sostenibles, èmfasi en eficiència energètica.</a:t>
          </a:r>
          <a:endParaRPr lang="en-US" sz="3000" kern="1200"/>
        </a:p>
      </dsp:txBody>
      <dsp:txXfrm>
        <a:off x="81924" y="3676815"/>
        <a:ext cx="6487405" cy="151437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2B9F42-E055-45EA-A534-0B230623B639}">
      <dsp:nvSpPr>
        <dsp:cNvPr id="0" name=""/>
        <dsp:cNvSpPr/>
      </dsp:nvSpPr>
      <dsp:spPr>
        <a:xfrm>
          <a:off x="0" y="0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D804C1-2353-4AD7-B2F5-047723EED057}">
      <dsp:nvSpPr>
        <dsp:cNvPr id="0" name=""/>
        <dsp:cNvSpPr/>
      </dsp:nvSpPr>
      <dsp:spPr>
        <a:xfrm>
          <a:off x="0" y="0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000" kern="1200"/>
            <a:t>• Ambientals: Reducció d'emissions i optimització de l'energia.</a:t>
          </a:r>
          <a:endParaRPr lang="en-US" sz="3000" kern="1200"/>
        </a:p>
      </dsp:txBody>
      <dsp:txXfrm>
        <a:off x="0" y="0"/>
        <a:ext cx="10515600" cy="1087834"/>
      </dsp:txXfrm>
    </dsp:sp>
    <dsp:sp modelId="{96701E71-1949-46E6-AE1C-8151937145C0}">
      <dsp:nvSpPr>
        <dsp:cNvPr id="0" name=""/>
        <dsp:cNvSpPr/>
      </dsp:nvSpPr>
      <dsp:spPr>
        <a:xfrm>
          <a:off x="0" y="1087834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61F82D-2AD5-443A-9647-408EBD17143B}">
      <dsp:nvSpPr>
        <dsp:cNvPr id="0" name=""/>
        <dsp:cNvSpPr/>
      </dsp:nvSpPr>
      <dsp:spPr>
        <a:xfrm>
          <a:off x="0" y="1087834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000" kern="1200"/>
            <a:t>• Socials: Drets laborals i inclusió.</a:t>
          </a:r>
          <a:endParaRPr lang="en-US" sz="3000" kern="1200"/>
        </a:p>
      </dsp:txBody>
      <dsp:txXfrm>
        <a:off x="0" y="1087834"/>
        <a:ext cx="10515600" cy="1087834"/>
      </dsp:txXfrm>
    </dsp:sp>
    <dsp:sp modelId="{2C46A9F3-ED47-4641-8153-B3ADAD4F296D}">
      <dsp:nvSpPr>
        <dsp:cNvPr id="0" name=""/>
        <dsp:cNvSpPr/>
      </dsp:nvSpPr>
      <dsp:spPr>
        <a:xfrm>
          <a:off x="0" y="2175669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119B35-3DFE-4D5C-A6D7-019EC59A8582}">
      <dsp:nvSpPr>
        <dsp:cNvPr id="0" name=""/>
        <dsp:cNvSpPr/>
      </dsp:nvSpPr>
      <dsp:spPr>
        <a:xfrm>
          <a:off x="0" y="2175669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000" kern="1200"/>
            <a:t>• Governança: Transparència i responsabilitat.</a:t>
          </a:r>
          <a:endParaRPr lang="en-US" sz="3000" kern="1200"/>
        </a:p>
      </dsp:txBody>
      <dsp:txXfrm>
        <a:off x="0" y="2175669"/>
        <a:ext cx="10515600" cy="1087834"/>
      </dsp:txXfrm>
    </dsp:sp>
    <dsp:sp modelId="{F9E88190-A33E-426F-9D80-D01F8F511E59}">
      <dsp:nvSpPr>
        <dsp:cNvPr id="0" name=""/>
        <dsp:cNvSpPr/>
      </dsp:nvSpPr>
      <dsp:spPr>
        <a:xfrm>
          <a:off x="0" y="3263503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20FBFE-8C99-4548-A636-6D56ADDCD442}">
      <dsp:nvSpPr>
        <dsp:cNvPr id="0" name=""/>
        <dsp:cNvSpPr/>
      </dsp:nvSpPr>
      <dsp:spPr>
        <a:xfrm>
          <a:off x="0" y="3263503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000" kern="1200"/>
            <a:t>• Beneficis: Millora de reputació, impacte positiu en la comunitat, atractiu per inversors responsables.</a:t>
          </a:r>
          <a:endParaRPr lang="en-US" sz="3000" kern="1200"/>
        </a:p>
      </dsp:txBody>
      <dsp:txXfrm>
        <a:off x="0" y="3263503"/>
        <a:ext cx="10515600" cy="10878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86E53C-1030-137F-823B-D14458154B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923D8D0-A4F6-546E-213C-7DCBB6E34B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9B54FEB-2796-56D4-391E-F1C060BD3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1191-6B09-42F3-AA01-89EBE8498022}" type="datetimeFigureOut">
              <a:rPr lang="es-ES" smtClean="0"/>
              <a:t>09/09/2024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A482D-7874-7D1C-687F-41D314E9F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D6E8855-D3A8-B802-C78F-C3B183194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869E6-E31C-48D9-9F5D-C8B7B372D00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25849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041DC8-03AF-E5DB-DDAD-5BAFF0463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5BC6293-8EB3-6F13-D50B-FD8DE7EC67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06DA34B-C4E4-BB42-6791-F6BBDD358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1191-6B09-42F3-AA01-89EBE8498022}" type="datetimeFigureOut">
              <a:rPr lang="es-ES" smtClean="0"/>
              <a:t>09/09/2024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9901AEF-8CD2-6282-6BA3-59274D1D8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1CCA202-0D00-45A9-8448-363BD6074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869E6-E31C-48D9-9F5D-C8B7B372D00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34136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B8DF6F-18D2-C91D-4736-2723158F8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B658DCA-46EB-FFA5-4F75-F21AAD8ADC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CA556A9-16AB-AABC-44AD-FF4E2C0A8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1191-6B09-42F3-AA01-89EBE8498022}" type="datetimeFigureOut">
              <a:rPr lang="es-ES" smtClean="0"/>
              <a:t>09/09/2024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FE2D2B9-A4D4-6168-41A1-23D359320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16C552C-5DF8-2BDC-2BCD-CFD67B9E9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869E6-E31C-48D9-9F5D-C8B7B372D00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6359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66EF2C-EB90-1790-D0A2-8B20DA376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ACE4EA1-5B28-EBD8-C52C-9AC100A11A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3E771D5-732B-1374-0D92-E518FD532A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7432926-9633-4D70-617A-C97706454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1191-6B09-42F3-AA01-89EBE8498022}" type="datetimeFigureOut">
              <a:rPr lang="es-ES" smtClean="0"/>
              <a:t>09/09/2024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ECBE19C-6318-5C0F-5DBE-6A78822A6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6FF6F33-A92D-739A-5FE9-EF12ECE95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869E6-E31C-48D9-9F5D-C8B7B372D00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32548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293CAE-5061-8710-C71D-0128FEFF6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9807607-A1EB-8DFD-5AA9-5EEB63C20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5D27B89-CE32-CD12-D74A-489F6B9F2C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7EB332C-4167-1F4F-538B-4C4DD9F0FA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85537BC-DCD6-7488-1B2A-08968A69B8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6951185-DF90-9D5E-1EE1-F655C8D83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1191-6B09-42F3-AA01-89EBE8498022}" type="datetimeFigureOut">
              <a:rPr lang="es-ES" smtClean="0"/>
              <a:t>09/09/2024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F8AFDAF-7569-CBF8-07A5-A3881AA4C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9620062-4E47-E261-A7EB-9BC7607A0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869E6-E31C-48D9-9F5D-C8B7B372D00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19430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5EE00D-13B8-F909-45E3-DDA24D6DE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F8764D7-91F8-E927-BC22-41A2A40B7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1191-6B09-42F3-AA01-89EBE8498022}" type="datetimeFigureOut">
              <a:rPr lang="es-ES" smtClean="0"/>
              <a:t>09/09/2024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3632EE8-437B-99AB-D5B2-FC770B474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4EB489F-B6D1-07DF-1D9D-7860EB09B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869E6-E31C-48D9-9F5D-C8B7B372D00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34812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DB694BD-8C8D-FD73-DA78-5B3A089CC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1191-6B09-42F3-AA01-89EBE8498022}" type="datetimeFigureOut">
              <a:rPr lang="es-ES" smtClean="0"/>
              <a:t>09/09/2024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01C4947-2C03-87EE-AE9A-FB9879F69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3D64B56-9046-E7F1-8E85-C6443F70E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869E6-E31C-48D9-9F5D-C8B7B372D00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4691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CAB7E6-8951-AED4-8020-85A4CFBC5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7D11CB1-062E-EF7D-4F6C-C35F3DE97F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66E285D-5A08-723C-87EF-6D01889A48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1F9A519-CDEE-AD87-B366-BCB620999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1191-6B09-42F3-AA01-89EBE8498022}" type="datetimeFigureOut">
              <a:rPr lang="es-ES" smtClean="0"/>
              <a:t>09/09/2024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3ECCBDA-D4C3-E206-AE43-D0262C526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88F1855-9367-1E4A-CE34-DA98C945C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869E6-E31C-48D9-9F5D-C8B7B372D00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7956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954922-F823-8B69-0AD6-D40F4CDBB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F9F274B-8C30-A780-1A42-FB2FE2C480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C6D8B2F-C313-718A-F100-AFD6AC3DC2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172F505-7B2B-D20A-D118-FCBB8FE2B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1191-6B09-42F3-AA01-89EBE8498022}" type="datetimeFigureOut">
              <a:rPr lang="es-ES" smtClean="0"/>
              <a:t>09/09/2024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5963709-BFAE-C49A-AD0E-4441D00DA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E3649A0-9A56-14D2-0119-8A3C58CA1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869E6-E31C-48D9-9F5D-C8B7B372D00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5338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EACA6E-4789-29F0-1922-19AF6C27E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74DA362-0202-2EFD-DAE2-45FECD4EE5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60F2A85-BC05-90A8-AF67-BC1278C8B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1191-6B09-42F3-AA01-89EBE8498022}" type="datetimeFigureOut">
              <a:rPr lang="es-ES" smtClean="0"/>
              <a:t>09/09/2024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94FCA38-5AA2-0242-9CEA-7A17730F5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3B27440-D9B4-7657-91F4-263E497B7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869E6-E31C-48D9-9F5D-C8B7B372D00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417690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E7ADF27-3B82-8F85-1412-7868A9B23F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F400E28-A335-C35E-5F23-40CBAE1580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FA41B48-D224-ED56-F6AF-214D99A91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1191-6B09-42F3-AA01-89EBE8498022}" type="datetimeFigureOut">
              <a:rPr lang="es-ES" smtClean="0"/>
              <a:t>09/09/2024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CADDBD0-D813-F17B-BCB5-D7EB5100F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AE4CC09-9CBE-83D8-A527-A89F2E154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869E6-E31C-48D9-9F5D-C8B7B372D00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26245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ítulo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E87CA2-D44B-32A2-C750-51DF1BC04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39A3ED6-6167-7BA0-E312-8631E619E5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075807C-7AA7-A253-9EE2-B8662FF77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1191-6B09-42F3-AA01-89EBE8498022}" type="datetimeFigureOut">
              <a:rPr lang="es-ES" smtClean="0"/>
              <a:t>09/09/2024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F62A69E-5668-DA05-5C25-6ED4C3C87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0F3D4C5-1FE7-088E-095A-F1667B35E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869E6-E31C-48D9-9F5D-C8B7B372D00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09246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0E55999-A0FE-F57F-E646-7B95054DA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4345BC6-EF87-45E3-9044-E1D34D86E2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DF6BBA3-CE96-27AA-63DD-973DC8F3B3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AF1191-6B09-42F3-AA01-89EBE8498022}" type="datetimeFigureOut">
              <a:rPr lang="es-ES" smtClean="0"/>
              <a:t>09/09/2024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95E11A0-D9B5-A326-654C-60EBE95661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A605606-07F0-BE61-24D7-4FA36293D0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1869E6-E31C-48D9-9F5D-C8B7B372D00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40679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DB9CD9-59B1-4D73-BC4C-98796A48E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74A6A9-41FF-4E33-AFA8-F9F81436A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21D730E-1F97-4071-B143-B05E6D259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3849C6A-9EE5-4604-8EAE-DD4796B79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08677BE-069B-4A4D-8732-E26B6EF56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A9A575B-DD07-4388-963B-0AF3FDDCF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55285E4-21EB-4EC1-AB8E-36E881E89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A0C77B5-3FAA-4D4F-9555-89D751608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F0C96D1-A8B7-4C8E-9997-D823FD159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A46556D-445B-4CD0-87A0-02A30BD1B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6FBDCE59-2F95-7404-0637-2482FA982E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15729" y="1764407"/>
            <a:ext cx="5760846" cy="2310312"/>
          </a:xfrm>
        </p:spPr>
        <p:txBody>
          <a:bodyPr>
            <a:normAutofit/>
          </a:bodyPr>
          <a:lstStyle/>
          <a:p>
            <a:r>
              <a:rPr lang="fr-FR" sz="5200">
                <a:solidFill>
                  <a:schemeClr val="tx2"/>
                </a:solidFill>
              </a:rPr>
              <a:t>RA1 - Concepte de Sostenibilitat i Aspectes ASG</a:t>
            </a:r>
            <a:endParaRPr lang="es-ES" sz="5200">
              <a:solidFill>
                <a:schemeClr val="tx2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BD1A488-3887-9DAF-7B18-B2C84A14D9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5729" y="4165152"/>
            <a:ext cx="5760846" cy="682079"/>
          </a:xfrm>
        </p:spPr>
        <p:txBody>
          <a:bodyPr>
            <a:normAutofit/>
          </a:bodyPr>
          <a:lstStyle/>
          <a:p>
            <a:r>
              <a:rPr lang="es-ES" sz="2000">
                <a:solidFill>
                  <a:schemeClr val="tx2"/>
                </a:solidFill>
              </a:rPr>
              <a:t>Desenvolupament d'Aplicacions Multiplataforma (DAM)</a:t>
            </a:r>
          </a:p>
        </p:txBody>
      </p:sp>
    </p:spTree>
    <p:extLst>
      <p:ext uri="{BB962C8B-B14F-4D97-AF65-F5344CB8AC3E}">
        <p14:creationId xmlns:p14="http://schemas.microsoft.com/office/powerpoint/2010/main" val="947270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FD34B82-1CB2-5289-0B83-82BBEA77260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21329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4A28F1F-D2C1-6728-D2B2-905AD3D93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Introducció a la Sostenibilitat i els Marcs Internacionals</a:t>
            </a:r>
          </a:p>
        </p:txBody>
      </p:sp>
      <p:graphicFrame>
        <p:nvGraphicFramePr>
          <p:cNvPr id="5" name="Marcador de texto 2">
            <a:extLst>
              <a:ext uri="{FF2B5EF4-FFF2-40B4-BE49-F238E27FC236}">
                <a16:creationId xmlns:a16="http://schemas.microsoft.com/office/drawing/2014/main" id="{BFCFC388-E725-BF82-96C2-B071BD2975A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9986410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977489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982FA43-B54D-C84D-F839-39FEBAF06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Marcs Internacionals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Marcador de texto 2">
            <a:extLst>
              <a:ext uri="{FF2B5EF4-FFF2-40B4-BE49-F238E27FC236}">
                <a16:creationId xmlns:a16="http://schemas.microsoft.com/office/drawing/2014/main" id="{9717C429-B862-421E-DD17-BE63E522205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62939222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54608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B05D529-9877-87E6-F71E-EA05986F106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6325" r="12341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BDFC7AC-3142-405F-46FD-B5CF2C3A1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Aspectes ASG en Desenvolupament d'Aplicacions Multiplataforma</a:t>
            </a:r>
          </a:p>
        </p:txBody>
      </p:sp>
      <p:graphicFrame>
        <p:nvGraphicFramePr>
          <p:cNvPr id="5" name="Marcador de texto 2">
            <a:extLst>
              <a:ext uri="{FF2B5EF4-FFF2-40B4-BE49-F238E27FC236}">
                <a16:creationId xmlns:a16="http://schemas.microsoft.com/office/drawing/2014/main" id="{66135494-4D37-F2ED-CE34-FEAA58D64DD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5126107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267348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C8CCE53-5DD4-2564-8596-0A287B50EC5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8444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890A20A-9F67-E961-3EAB-872FCDCDF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Aspectes Socials</a:t>
            </a:r>
          </a:p>
        </p:txBody>
      </p:sp>
      <p:graphicFrame>
        <p:nvGraphicFramePr>
          <p:cNvPr id="5" name="Marcador de texto 2">
            <a:extLst>
              <a:ext uri="{FF2B5EF4-FFF2-40B4-BE49-F238E27FC236}">
                <a16:creationId xmlns:a16="http://schemas.microsoft.com/office/drawing/2014/main" id="{FDD7441A-9387-68B4-F1E3-3BAFAC01D9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6905526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577662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3E1B0C-30D3-BF5B-F061-531658E6A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Aspectes de Governança</a:t>
            </a:r>
          </a:p>
        </p:txBody>
      </p:sp>
      <p:graphicFrame>
        <p:nvGraphicFramePr>
          <p:cNvPr id="5" name="Marcador de texto 2">
            <a:extLst>
              <a:ext uri="{FF2B5EF4-FFF2-40B4-BE49-F238E27FC236}">
                <a16:creationId xmlns:a16="http://schemas.microsoft.com/office/drawing/2014/main" id="{D457A4C7-580A-CAB0-0F6C-F2A87B16E79A}"/>
              </a:ext>
            </a:extLst>
          </p:cNvPr>
          <p:cNvGraphicFramePr/>
          <p:nvPr/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48201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5278130-DFE0-457B-8698-88DF69019D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F99531B-1681-4D6E-BECB-18325B33A6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0344094-430A-400B-804B-910E696A1A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78324" y="709375"/>
            <a:ext cx="10713676" cy="5433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53C67DF-7782-4E57-AB9B-F1B4811AD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543451" y="1248213"/>
            <a:ext cx="5413238" cy="4326335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865A0AA-05B8-6315-0AB8-7EE1588D7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967" y="675564"/>
            <a:ext cx="3609833" cy="520408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Objectius de Desenvolupament Sostenible (ODS)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03A5AE3-BD30-455C-842B-7626C8BEF0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1365990" y="5610"/>
            <a:ext cx="0" cy="685800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DBECAA5-1F2D-470D-875C-8F2C2CA3E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18001"/>
            <a:ext cx="12192000" cy="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Marcador de texto 2">
            <a:extLst>
              <a:ext uri="{FF2B5EF4-FFF2-40B4-BE49-F238E27FC236}">
                <a16:creationId xmlns:a16="http://schemas.microsoft.com/office/drawing/2014/main" id="{D970D0A2-7871-388B-69C5-A5D0595DCC0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22820061"/>
              </p:ext>
            </p:extLst>
          </p:nvPr>
        </p:nvGraphicFramePr>
        <p:xfrm>
          <a:off x="4776730" y="819369"/>
          <a:ext cx="6589260" cy="52439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187952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CC231C8-C761-4B31-9B1C-C6D19248C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D85C62D-6CA9-D500-D326-371AB2AF6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9"/>
            <a:ext cx="3374136" cy="556789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Identificació d'Aspectes ASG Rellevants pels Grups d'Interès</a:t>
            </a:r>
          </a:p>
        </p:txBody>
      </p:sp>
      <p:graphicFrame>
        <p:nvGraphicFramePr>
          <p:cNvPr id="5" name="Marcador de texto 2">
            <a:extLst>
              <a:ext uri="{FF2B5EF4-FFF2-40B4-BE49-F238E27FC236}">
                <a16:creationId xmlns:a16="http://schemas.microsoft.com/office/drawing/2014/main" id="{6A7D8EBC-71F5-ADB1-ADE3-C7447137D3F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37555732"/>
              </p:ext>
            </p:extLst>
          </p:nvPr>
        </p:nvGraphicFramePr>
        <p:xfrm>
          <a:off x="5093208" y="620392"/>
          <a:ext cx="626364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43096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8DED6BC-9A3E-48D4-AD7C-A56D63F54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B6E033A-DB2E-49B8-B600-B38E0C280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3235" y="1371600"/>
            <a:ext cx="4529312" cy="3589977"/>
          </a:xfrm>
          <a:custGeom>
            <a:avLst/>
            <a:gdLst>
              <a:gd name="connsiteX0" fmla="*/ 5462602 w 5470628"/>
              <a:gd name="connsiteY0" fmla="*/ 1413608 h 3193741"/>
              <a:gd name="connsiteX1" fmla="*/ 5465724 w 5470628"/>
              <a:gd name="connsiteY1" fmla="*/ 1421881 h 3193741"/>
              <a:gd name="connsiteX2" fmla="*/ 5465025 w 5470628"/>
              <a:gd name="connsiteY2" fmla="*/ 1466556 h 3193741"/>
              <a:gd name="connsiteX3" fmla="*/ 5463208 w 5470628"/>
              <a:gd name="connsiteY3" fmla="*/ 1466226 h 3193741"/>
              <a:gd name="connsiteX4" fmla="*/ 5463242 w 5470628"/>
              <a:gd name="connsiteY4" fmla="*/ 1451866 h 3193741"/>
              <a:gd name="connsiteX5" fmla="*/ 5462894 w 5470628"/>
              <a:gd name="connsiteY5" fmla="*/ 1423194 h 3193741"/>
              <a:gd name="connsiteX6" fmla="*/ 5461417 w 5470628"/>
              <a:gd name="connsiteY6" fmla="*/ 1391849 h 3193741"/>
              <a:gd name="connsiteX7" fmla="*/ 5462246 w 5470628"/>
              <a:gd name="connsiteY7" fmla="*/ 1401944 h 3193741"/>
              <a:gd name="connsiteX8" fmla="*/ 5462602 w 5470628"/>
              <a:gd name="connsiteY8" fmla="*/ 1413608 h 3193741"/>
              <a:gd name="connsiteX9" fmla="*/ 5459078 w 5470628"/>
              <a:gd name="connsiteY9" fmla="*/ 1404268 h 3193741"/>
              <a:gd name="connsiteX10" fmla="*/ 5460137 w 5470628"/>
              <a:gd name="connsiteY10" fmla="*/ 1393780 h 3193741"/>
              <a:gd name="connsiteX11" fmla="*/ 5461417 w 5470628"/>
              <a:gd name="connsiteY11" fmla="*/ 1391849 h 3193741"/>
              <a:gd name="connsiteX12" fmla="*/ 614271 w 5470628"/>
              <a:gd name="connsiteY12" fmla="*/ 1052206 h 3193741"/>
              <a:gd name="connsiteX13" fmla="*/ 611497 w 5470628"/>
              <a:gd name="connsiteY13" fmla="*/ 1055389 h 3193741"/>
              <a:gd name="connsiteX14" fmla="*/ 630277 w 5470628"/>
              <a:gd name="connsiteY14" fmla="*/ 1065215 h 3193741"/>
              <a:gd name="connsiteX15" fmla="*/ 651856 w 5470628"/>
              <a:gd name="connsiteY15" fmla="*/ 1067584 h 3193741"/>
              <a:gd name="connsiteX16" fmla="*/ 614271 w 5470628"/>
              <a:gd name="connsiteY16" fmla="*/ 1052206 h 3193741"/>
              <a:gd name="connsiteX17" fmla="*/ 810628 w 5470628"/>
              <a:gd name="connsiteY17" fmla="*/ 695550 h 3193741"/>
              <a:gd name="connsiteX18" fmla="*/ 1033084 w 5470628"/>
              <a:gd name="connsiteY18" fmla="*/ 791270 h 3193741"/>
              <a:gd name="connsiteX19" fmla="*/ 1036153 w 5470628"/>
              <a:gd name="connsiteY19" fmla="*/ 788050 h 3193741"/>
              <a:gd name="connsiteX20" fmla="*/ 810628 w 5470628"/>
              <a:gd name="connsiteY20" fmla="*/ 695550 h 3193741"/>
              <a:gd name="connsiteX21" fmla="*/ 4850908 w 5470628"/>
              <a:gd name="connsiteY21" fmla="*/ 727 h 3193741"/>
              <a:gd name="connsiteX22" fmla="*/ 4858584 w 5470628"/>
              <a:gd name="connsiteY22" fmla="*/ 13795 h 3193741"/>
              <a:gd name="connsiteX23" fmla="*/ 4843408 w 5470628"/>
              <a:gd name="connsiteY23" fmla="*/ 37224 h 3193741"/>
              <a:gd name="connsiteX24" fmla="*/ 4871062 w 5470628"/>
              <a:gd name="connsiteY24" fmla="*/ 78954 h 3193741"/>
              <a:gd name="connsiteX25" fmla="*/ 4989038 w 5470628"/>
              <a:gd name="connsiteY25" fmla="*/ 66799 h 3193741"/>
              <a:gd name="connsiteX26" fmla="*/ 5002636 w 5470628"/>
              <a:gd name="connsiteY26" fmla="*/ 79388 h 3193741"/>
              <a:gd name="connsiteX27" fmla="*/ 5008332 w 5470628"/>
              <a:gd name="connsiteY27" fmla="*/ 140859 h 3193741"/>
              <a:gd name="connsiteX28" fmla="*/ 5014326 w 5470628"/>
              <a:gd name="connsiteY28" fmla="*/ 155555 h 3193741"/>
              <a:gd name="connsiteX29" fmla="*/ 5030704 w 5470628"/>
              <a:gd name="connsiteY29" fmla="*/ 221190 h 3193741"/>
              <a:gd name="connsiteX30" fmla="*/ 5097262 w 5470628"/>
              <a:gd name="connsiteY30" fmla="*/ 317759 h 3193741"/>
              <a:gd name="connsiteX31" fmla="*/ 5165084 w 5470628"/>
              <a:gd name="connsiteY31" fmla="*/ 373367 h 3193741"/>
              <a:gd name="connsiteX32" fmla="*/ 5174137 w 5470628"/>
              <a:gd name="connsiteY32" fmla="*/ 389353 h 3193741"/>
              <a:gd name="connsiteX33" fmla="*/ 5192507 w 5470628"/>
              <a:gd name="connsiteY33" fmla="*/ 453561 h 3193741"/>
              <a:gd name="connsiteX34" fmla="*/ 5187160 w 5470628"/>
              <a:gd name="connsiteY34" fmla="*/ 467732 h 3193741"/>
              <a:gd name="connsiteX35" fmla="*/ 5160106 w 5470628"/>
              <a:gd name="connsiteY35" fmla="*/ 486904 h 3193741"/>
              <a:gd name="connsiteX36" fmla="*/ 5138948 w 5470628"/>
              <a:gd name="connsiteY36" fmla="*/ 528614 h 3193741"/>
              <a:gd name="connsiteX37" fmla="*/ 5097016 w 5470628"/>
              <a:gd name="connsiteY37" fmla="*/ 589923 h 3193741"/>
              <a:gd name="connsiteX38" fmla="*/ 5075869 w 5470628"/>
              <a:gd name="connsiteY38" fmla="*/ 608381 h 3193741"/>
              <a:gd name="connsiteX39" fmla="*/ 5093172 w 5470628"/>
              <a:gd name="connsiteY39" fmla="*/ 618385 h 3193741"/>
              <a:gd name="connsiteX40" fmla="*/ 5153518 w 5470628"/>
              <a:gd name="connsiteY40" fmla="*/ 687474 h 3193741"/>
              <a:gd name="connsiteX41" fmla="*/ 5074984 w 5470628"/>
              <a:gd name="connsiteY41" fmla="*/ 776941 h 3193741"/>
              <a:gd name="connsiteX42" fmla="*/ 5033348 w 5470628"/>
              <a:gd name="connsiteY42" fmla="*/ 805473 h 3193741"/>
              <a:gd name="connsiteX43" fmla="*/ 5116847 w 5470628"/>
              <a:gd name="connsiteY43" fmla="*/ 803426 h 3193741"/>
              <a:gd name="connsiteX44" fmla="*/ 5147902 w 5470628"/>
              <a:gd name="connsiteY44" fmla="*/ 833118 h 3193741"/>
              <a:gd name="connsiteX45" fmla="*/ 5161665 w 5470628"/>
              <a:gd name="connsiteY45" fmla="*/ 848297 h 3193741"/>
              <a:gd name="connsiteX46" fmla="*/ 5246520 w 5470628"/>
              <a:gd name="connsiteY46" fmla="*/ 942412 h 3193741"/>
              <a:gd name="connsiteX47" fmla="*/ 5235368 w 5470628"/>
              <a:gd name="connsiteY47" fmla="*/ 972946 h 3193741"/>
              <a:gd name="connsiteX48" fmla="*/ 5113739 w 5470628"/>
              <a:gd name="connsiteY48" fmla="*/ 1128845 h 3193741"/>
              <a:gd name="connsiteX49" fmla="*/ 5255034 w 5470628"/>
              <a:gd name="connsiteY49" fmla="*/ 1151117 h 3193741"/>
              <a:gd name="connsiteX50" fmla="*/ 5267513 w 5470628"/>
              <a:gd name="connsiteY50" fmla="*/ 1216275 h 3193741"/>
              <a:gd name="connsiteX51" fmla="*/ 5343113 w 5470628"/>
              <a:gd name="connsiteY51" fmla="*/ 1281854 h 3193741"/>
              <a:gd name="connsiteX52" fmla="*/ 5452014 w 5470628"/>
              <a:gd name="connsiteY52" fmla="*/ 1385543 h 3193741"/>
              <a:gd name="connsiteX53" fmla="*/ 5459078 w 5470628"/>
              <a:gd name="connsiteY53" fmla="*/ 1404268 h 3193741"/>
              <a:gd name="connsiteX54" fmla="*/ 5458838 w 5470628"/>
              <a:gd name="connsiteY54" fmla="*/ 1406644 h 3193741"/>
              <a:gd name="connsiteX55" fmla="*/ 5455752 w 5470628"/>
              <a:gd name="connsiteY55" fmla="*/ 1450751 h 3193741"/>
              <a:gd name="connsiteX56" fmla="*/ 5454594 w 5470628"/>
              <a:gd name="connsiteY56" fmla="*/ 1464662 h 3193741"/>
              <a:gd name="connsiteX57" fmla="*/ 5447215 w 5470628"/>
              <a:gd name="connsiteY57" fmla="*/ 1463321 h 3193741"/>
              <a:gd name="connsiteX58" fmla="*/ 5433934 w 5470628"/>
              <a:gd name="connsiteY58" fmla="*/ 1458428 h 3193741"/>
              <a:gd name="connsiteX59" fmla="*/ 5424276 w 5470628"/>
              <a:gd name="connsiteY59" fmla="*/ 1477014 h 3193741"/>
              <a:gd name="connsiteX60" fmla="*/ 5444628 w 5470628"/>
              <a:gd name="connsiteY60" fmla="*/ 1511562 h 3193741"/>
              <a:gd name="connsiteX61" fmla="*/ 5453752 w 5470628"/>
              <a:gd name="connsiteY61" fmla="*/ 1474786 h 3193741"/>
              <a:gd name="connsiteX62" fmla="*/ 5454594 w 5470628"/>
              <a:gd name="connsiteY62" fmla="*/ 1464662 h 3193741"/>
              <a:gd name="connsiteX63" fmla="*/ 5463208 w 5470628"/>
              <a:gd name="connsiteY63" fmla="*/ 1466226 h 3193741"/>
              <a:gd name="connsiteX64" fmla="*/ 5463164 w 5470628"/>
              <a:gd name="connsiteY64" fmla="*/ 1484226 h 3193741"/>
              <a:gd name="connsiteX65" fmla="*/ 5456160 w 5470628"/>
              <a:gd name="connsiteY65" fmla="*/ 1575885 h 3193741"/>
              <a:gd name="connsiteX66" fmla="*/ 5345636 w 5470628"/>
              <a:gd name="connsiteY66" fmla="*/ 1714543 h 3193741"/>
              <a:gd name="connsiteX67" fmla="*/ 5251319 w 5470628"/>
              <a:gd name="connsiteY67" fmla="*/ 1775792 h 3193741"/>
              <a:gd name="connsiteX68" fmla="*/ 5043512 w 5470628"/>
              <a:gd name="connsiteY68" fmla="*/ 2027305 h 3193741"/>
              <a:gd name="connsiteX69" fmla="*/ 4978144 w 5470628"/>
              <a:gd name="connsiteY69" fmla="*/ 2108535 h 3193741"/>
              <a:gd name="connsiteX70" fmla="*/ 5031476 w 5470628"/>
              <a:gd name="connsiteY70" fmla="*/ 2128173 h 3193741"/>
              <a:gd name="connsiteX71" fmla="*/ 4937389 w 5470628"/>
              <a:gd name="connsiteY71" fmla="*/ 2216441 h 3193741"/>
              <a:gd name="connsiteX72" fmla="*/ 4826122 w 5470628"/>
              <a:gd name="connsiteY72" fmla="*/ 2315331 h 3193741"/>
              <a:gd name="connsiteX73" fmla="*/ 2544647 w 5470628"/>
              <a:gd name="connsiteY73" fmla="*/ 3190975 h 3193741"/>
              <a:gd name="connsiteX74" fmla="*/ 1328257 w 5470628"/>
              <a:gd name="connsiteY74" fmla="*/ 3153006 h 3193741"/>
              <a:gd name="connsiteX75" fmla="*/ 977943 w 5470628"/>
              <a:gd name="connsiteY75" fmla="*/ 3082502 h 3193741"/>
              <a:gd name="connsiteX76" fmla="*/ 854473 w 5470628"/>
              <a:gd name="connsiteY76" fmla="*/ 2994250 h 3193741"/>
              <a:gd name="connsiteX77" fmla="*/ 811593 w 5470628"/>
              <a:gd name="connsiteY77" fmla="*/ 2970498 h 3193741"/>
              <a:gd name="connsiteX78" fmla="*/ 707024 w 5470628"/>
              <a:gd name="connsiteY78" fmla="*/ 2945439 h 3193741"/>
              <a:gd name="connsiteX79" fmla="*/ 523487 w 5470628"/>
              <a:gd name="connsiteY79" fmla="*/ 2886053 h 3193741"/>
              <a:gd name="connsiteX80" fmla="*/ 587884 w 5470628"/>
              <a:gd name="connsiteY80" fmla="*/ 2859746 h 3193741"/>
              <a:gd name="connsiteX81" fmla="*/ 779426 w 5470628"/>
              <a:gd name="connsiteY81" fmla="*/ 2885897 h 3193741"/>
              <a:gd name="connsiteX82" fmla="*/ 917288 w 5470628"/>
              <a:gd name="connsiteY82" fmla="*/ 2882248 h 3193741"/>
              <a:gd name="connsiteX83" fmla="*/ 718684 w 5470628"/>
              <a:gd name="connsiteY83" fmla="*/ 2819941 h 3193741"/>
              <a:gd name="connsiteX84" fmla="*/ 524650 w 5470628"/>
              <a:gd name="connsiteY84" fmla="*/ 2731220 h 3193741"/>
              <a:gd name="connsiteX85" fmla="*/ 670138 w 5470628"/>
              <a:gd name="connsiteY85" fmla="*/ 2735189 h 3193741"/>
              <a:gd name="connsiteX86" fmla="*/ 675382 w 5470628"/>
              <a:gd name="connsiteY86" fmla="*/ 2719369 h 3193741"/>
              <a:gd name="connsiteX87" fmla="*/ 542021 w 5470628"/>
              <a:gd name="connsiteY87" fmla="*/ 2601946 h 3193741"/>
              <a:gd name="connsiteX88" fmla="*/ 476895 w 5470628"/>
              <a:gd name="connsiteY88" fmla="*/ 2555976 h 3193741"/>
              <a:gd name="connsiteX89" fmla="*/ 188751 w 5470628"/>
              <a:gd name="connsiteY89" fmla="*/ 2428830 h 3193741"/>
              <a:gd name="connsiteX90" fmla="*/ 456762 w 5470628"/>
              <a:gd name="connsiteY90" fmla="*/ 2468731 h 3193741"/>
              <a:gd name="connsiteX91" fmla="*/ 174514 w 5470628"/>
              <a:gd name="connsiteY91" fmla="*/ 2345378 h 3193741"/>
              <a:gd name="connsiteX92" fmla="*/ 38827 w 5470628"/>
              <a:gd name="connsiteY92" fmla="*/ 2303685 h 3193741"/>
              <a:gd name="connsiteX93" fmla="*/ 3281 w 5470628"/>
              <a:gd name="connsiteY93" fmla="*/ 2273587 h 3193741"/>
              <a:gd name="connsiteX94" fmla="*/ 61590 w 5470628"/>
              <a:gd name="connsiteY94" fmla="*/ 2259170 h 3193741"/>
              <a:gd name="connsiteX95" fmla="*/ 242291 w 5470628"/>
              <a:gd name="connsiteY95" fmla="*/ 2250569 h 3193741"/>
              <a:gd name="connsiteX96" fmla="*/ 13205 w 5470628"/>
              <a:gd name="connsiteY96" fmla="*/ 2172263 h 3193741"/>
              <a:gd name="connsiteX97" fmla="*/ 180810 w 5470628"/>
              <a:gd name="connsiteY97" fmla="*/ 2168333 h 3193741"/>
              <a:gd name="connsiteX98" fmla="*/ 226020 w 5470628"/>
              <a:gd name="connsiteY98" fmla="*/ 2121100 h 3193741"/>
              <a:gd name="connsiteX99" fmla="*/ 299145 w 5470628"/>
              <a:gd name="connsiteY99" fmla="*/ 2044862 h 3193741"/>
              <a:gd name="connsiteX100" fmla="*/ 350236 w 5470628"/>
              <a:gd name="connsiteY100" fmla="*/ 2001187 h 3193741"/>
              <a:gd name="connsiteX101" fmla="*/ 365223 w 5470628"/>
              <a:gd name="connsiteY101" fmla="*/ 1881218 h 3193741"/>
              <a:gd name="connsiteX102" fmla="*/ 310707 w 5470628"/>
              <a:gd name="connsiteY102" fmla="*/ 1758752 h 3193741"/>
              <a:gd name="connsiteX103" fmla="*/ 181659 w 5470628"/>
              <a:gd name="connsiteY103" fmla="*/ 1709137 h 3193741"/>
              <a:gd name="connsiteX104" fmla="*/ 213063 w 5470628"/>
              <a:gd name="connsiteY104" fmla="*/ 1632021 h 3193741"/>
              <a:gd name="connsiteX105" fmla="*/ 481390 w 5470628"/>
              <a:gd name="connsiteY105" fmla="*/ 1644125 h 3193741"/>
              <a:gd name="connsiteX106" fmla="*/ 68930 w 5470628"/>
              <a:gd name="connsiteY106" fmla="*/ 1457537 h 3193741"/>
              <a:gd name="connsiteX107" fmla="*/ 135138 w 5470628"/>
              <a:gd name="connsiteY107" fmla="*/ 1440976 h 3193741"/>
              <a:gd name="connsiteX108" fmla="*/ 131611 w 5470628"/>
              <a:gd name="connsiteY108" fmla="*/ 1427642 h 3193741"/>
              <a:gd name="connsiteX109" fmla="*/ 130443 w 5470628"/>
              <a:gd name="connsiteY109" fmla="*/ 1343795 h 3193741"/>
              <a:gd name="connsiteX110" fmla="*/ 138930 w 5470628"/>
              <a:gd name="connsiteY110" fmla="*/ 1304094 h 3193741"/>
              <a:gd name="connsiteX111" fmla="*/ 118409 w 5470628"/>
              <a:gd name="connsiteY111" fmla="*/ 1262212 h 3193741"/>
              <a:gd name="connsiteX112" fmla="*/ 421410 w 5470628"/>
              <a:gd name="connsiteY112" fmla="*/ 1304757 h 3193741"/>
              <a:gd name="connsiteX113" fmla="*/ 655702 w 5470628"/>
              <a:gd name="connsiteY113" fmla="*/ 1291801 h 3193741"/>
              <a:gd name="connsiteX114" fmla="*/ 648299 w 5470628"/>
              <a:gd name="connsiteY114" fmla="*/ 1287715 h 3193741"/>
              <a:gd name="connsiteX115" fmla="*/ 531027 w 5470628"/>
              <a:gd name="connsiteY115" fmla="*/ 1193967 h 3193741"/>
              <a:gd name="connsiteX116" fmla="*/ 526433 w 5470628"/>
              <a:gd name="connsiteY116" fmla="*/ 1191913 h 3193741"/>
              <a:gd name="connsiteX117" fmla="*/ 504666 w 5470628"/>
              <a:gd name="connsiteY117" fmla="*/ 1177230 h 3193741"/>
              <a:gd name="connsiteX118" fmla="*/ 482307 w 5470628"/>
              <a:gd name="connsiteY118" fmla="*/ 1162618 h 3193741"/>
              <a:gd name="connsiteX119" fmla="*/ 479029 w 5470628"/>
              <a:gd name="connsiteY119" fmla="*/ 1162540 h 3193741"/>
              <a:gd name="connsiteX120" fmla="*/ 447663 w 5470628"/>
              <a:gd name="connsiteY120" fmla="*/ 1132649 h 3193741"/>
              <a:gd name="connsiteX121" fmla="*/ 438547 w 5470628"/>
              <a:gd name="connsiteY121" fmla="*/ 1110977 h 3193741"/>
              <a:gd name="connsiteX122" fmla="*/ 405343 w 5470628"/>
              <a:gd name="connsiteY122" fmla="*/ 1089612 h 3193741"/>
              <a:gd name="connsiteX123" fmla="*/ 371373 w 5470628"/>
              <a:gd name="connsiteY123" fmla="*/ 1070238 h 3193741"/>
              <a:gd name="connsiteX124" fmla="*/ 290358 w 5470628"/>
              <a:gd name="connsiteY124" fmla="*/ 1059884 h 3193741"/>
              <a:gd name="connsiteX125" fmla="*/ 235140 w 5470628"/>
              <a:gd name="connsiteY125" fmla="*/ 1029322 h 3193741"/>
              <a:gd name="connsiteX126" fmla="*/ 300494 w 5470628"/>
              <a:gd name="connsiteY126" fmla="*/ 1032083 h 3193741"/>
              <a:gd name="connsiteX127" fmla="*/ 239661 w 5470628"/>
              <a:gd name="connsiteY127" fmla="*/ 997457 h 3193741"/>
              <a:gd name="connsiteX128" fmla="*/ 204788 w 5470628"/>
              <a:gd name="connsiteY128" fmla="*/ 959211 h 3193741"/>
              <a:gd name="connsiteX129" fmla="*/ 207583 w 5470628"/>
              <a:gd name="connsiteY129" fmla="*/ 947009 h 3193741"/>
              <a:gd name="connsiteX130" fmla="*/ 223061 w 5470628"/>
              <a:gd name="connsiteY130" fmla="*/ 947033 h 3193741"/>
              <a:gd name="connsiteX131" fmla="*/ 280015 w 5470628"/>
              <a:gd name="connsiteY131" fmla="*/ 972164 h 3193741"/>
              <a:gd name="connsiteX132" fmla="*/ 353948 w 5470628"/>
              <a:gd name="connsiteY132" fmla="*/ 1006865 h 3193741"/>
              <a:gd name="connsiteX133" fmla="*/ 240466 w 5470628"/>
              <a:gd name="connsiteY133" fmla="*/ 939943 h 3193741"/>
              <a:gd name="connsiteX134" fmla="*/ 158812 w 5470628"/>
              <a:gd name="connsiteY134" fmla="*/ 891467 h 3193741"/>
              <a:gd name="connsiteX135" fmla="*/ 139551 w 5470628"/>
              <a:gd name="connsiteY135" fmla="*/ 855364 h 3193741"/>
              <a:gd name="connsiteX136" fmla="*/ 145731 w 5470628"/>
              <a:gd name="connsiteY136" fmla="*/ 844888 h 3193741"/>
              <a:gd name="connsiteX137" fmla="*/ 158154 w 5470628"/>
              <a:gd name="connsiteY137" fmla="*/ 848366 h 3193741"/>
              <a:gd name="connsiteX138" fmla="*/ 169370 w 5470628"/>
              <a:gd name="connsiteY138" fmla="*/ 856260 h 3193741"/>
              <a:gd name="connsiteX139" fmla="*/ 288295 w 5470628"/>
              <a:gd name="connsiteY139" fmla="*/ 915169 h 3193741"/>
              <a:gd name="connsiteX140" fmla="*/ 462694 w 5470628"/>
              <a:gd name="connsiteY140" fmla="*/ 994643 h 3193741"/>
              <a:gd name="connsiteX141" fmla="*/ 531910 w 5470628"/>
              <a:gd name="connsiteY141" fmla="*/ 1006664 h 3193741"/>
              <a:gd name="connsiteX142" fmla="*/ 333940 w 5470628"/>
              <a:gd name="connsiteY142" fmla="*/ 893507 h 3193741"/>
              <a:gd name="connsiteX143" fmla="*/ 181443 w 5470628"/>
              <a:gd name="connsiteY143" fmla="*/ 746608 h 3193741"/>
              <a:gd name="connsiteX144" fmla="*/ 162678 w 5470628"/>
              <a:gd name="connsiteY144" fmla="*/ 737018 h 3193741"/>
              <a:gd name="connsiteX145" fmla="*/ 156307 w 5470628"/>
              <a:gd name="connsiteY145" fmla="*/ 730435 h 3193741"/>
              <a:gd name="connsiteX146" fmla="*/ 117227 w 5470628"/>
              <a:gd name="connsiteY146" fmla="*/ 677515 h 3193741"/>
              <a:gd name="connsiteX147" fmla="*/ 113655 w 5470628"/>
              <a:gd name="connsiteY147" fmla="*/ 663474 h 3193741"/>
              <a:gd name="connsiteX148" fmla="*/ 115226 w 5470628"/>
              <a:gd name="connsiteY148" fmla="*/ 636712 h 3193741"/>
              <a:gd name="connsiteX149" fmla="*/ 105067 w 5470628"/>
              <a:gd name="connsiteY149" fmla="*/ 622046 h 3193741"/>
              <a:gd name="connsiteX150" fmla="*/ 104113 w 5470628"/>
              <a:gd name="connsiteY150" fmla="*/ 611722 h 3193741"/>
              <a:gd name="connsiteX151" fmla="*/ 118895 w 5470628"/>
              <a:gd name="connsiteY151" fmla="*/ 610169 h 3193741"/>
              <a:gd name="connsiteX152" fmla="*/ 163095 w 5470628"/>
              <a:gd name="connsiteY152" fmla="*/ 640642 h 3193741"/>
              <a:gd name="connsiteX153" fmla="*/ 185766 w 5470628"/>
              <a:gd name="connsiteY153" fmla="*/ 641454 h 3193741"/>
              <a:gd name="connsiteX154" fmla="*/ 212892 w 5470628"/>
              <a:gd name="connsiteY154" fmla="*/ 637457 h 3193741"/>
              <a:gd name="connsiteX155" fmla="*/ 223932 w 5470628"/>
              <a:gd name="connsiteY155" fmla="*/ 647271 h 3193741"/>
              <a:gd name="connsiteX156" fmla="*/ 287167 w 5470628"/>
              <a:gd name="connsiteY156" fmla="*/ 691571 h 3193741"/>
              <a:gd name="connsiteX157" fmla="*/ 330380 w 5470628"/>
              <a:gd name="connsiteY157" fmla="*/ 692506 h 3193741"/>
              <a:gd name="connsiteX158" fmla="*/ 296172 w 5470628"/>
              <a:gd name="connsiteY158" fmla="*/ 688108 h 3193741"/>
              <a:gd name="connsiteX159" fmla="*/ 286974 w 5470628"/>
              <a:gd name="connsiteY159" fmla="*/ 674512 h 3193741"/>
              <a:gd name="connsiteX160" fmla="*/ 286166 w 5470628"/>
              <a:gd name="connsiteY160" fmla="*/ 661798 h 3193741"/>
              <a:gd name="connsiteX161" fmla="*/ 236268 w 5470628"/>
              <a:gd name="connsiteY161" fmla="*/ 635338 h 3193741"/>
              <a:gd name="connsiteX162" fmla="*/ 231734 w 5470628"/>
              <a:gd name="connsiteY162" fmla="*/ 634225 h 3193741"/>
              <a:gd name="connsiteX163" fmla="*/ 221253 w 5470628"/>
              <a:gd name="connsiteY163" fmla="*/ 623870 h 3193741"/>
              <a:gd name="connsiteX164" fmla="*/ 237564 w 5470628"/>
              <a:gd name="connsiteY164" fmla="*/ 613590 h 3193741"/>
              <a:gd name="connsiteX165" fmla="*/ 282259 w 5470628"/>
              <a:gd name="connsiteY165" fmla="*/ 619091 h 3193741"/>
              <a:gd name="connsiteX166" fmla="*/ 370630 w 5470628"/>
              <a:gd name="connsiteY166" fmla="*/ 665566 h 3193741"/>
              <a:gd name="connsiteX167" fmla="*/ 498017 w 5470628"/>
              <a:gd name="connsiteY167" fmla="*/ 740532 h 3193741"/>
              <a:gd name="connsiteX168" fmla="*/ 918036 w 5470628"/>
              <a:gd name="connsiteY168" fmla="*/ 924307 h 3193741"/>
              <a:gd name="connsiteX169" fmla="*/ 1079304 w 5470628"/>
              <a:gd name="connsiteY169" fmla="*/ 984494 h 3193741"/>
              <a:gd name="connsiteX170" fmla="*/ 1079935 w 5470628"/>
              <a:gd name="connsiteY170" fmla="*/ 980383 h 3193741"/>
              <a:gd name="connsiteX171" fmla="*/ 1079695 w 5470628"/>
              <a:gd name="connsiteY171" fmla="*/ 976616 h 3193741"/>
              <a:gd name="connsiteX172" fmla="*/ 966178 w 5470628"/>
              <a:gd name="connsiteY172" fmla="*/ 937219 h 3193741"/>
              <a:gd name="connsiteX173" fmla="*/ 720106 w 5470628"/>
              <a:gd name="connsiteY173" fmla="*/ 807112 h 3193741"/>
              <a:gd name="connsiteX174" fmla="*/ 698823 w 5470628"/>
              <a:gd name="connsiteY174" fmla="*/ 804708 h 3193741"/>
              <a:gd name="connsiteX175" fmla="*/ 664513 w 5470628"/>
              <a:gd name="connsiteY175" fmla="*/ 784663 h 3193741"/>
              <a:gd name="connsiteX176" fmla="*/ 660380 w 5470628"/>
              <a:gd name="connsiteY176" fmla="*/ 771165 h 3193741"/>
              <a:gd name="connsiteX177" fmla="*/ 584959 w 5470628"/>
              <a:gd name="connsiteY177" fmla="*/ 722409 h 3193741"/>
              <a:gd name="connsiteX178" fmla="*/ 435649 w 5470628"/>
              <a:gd name="connsiteY178" fmla="*/ 639659 h 3193741"/>
              <a:gd name="connsiteX179" fmla="*/ 404944 w 5470628"/>
              <a:gd name="connsiteY179" fmla="*/ 606128 h 3193741"/>
              <a:gd name="connsiteX180" fmla="*/ 408476 w 5470628"/>
              <a:gd name="connsiteY180" fmla="*/ 591466 h 3193741"/>
              <a:gd name="connsiteX181" fmla="*/ 425225 w 5470628"/>
              <a:gd name="connsiteY181" fmla="*/ 592759 h 3193741"/>
              <a:gd name="connsiteX182" fmla="*/ 487115 w 5470628"/>
              <a:gd name="connsiteY182" fmla="*/ 620614 h 3193741"/>
              <a:gd name="connsiteX183" fmla="*/ 550277 w 5470628"/>
              <a:gd name="connsiteY183" fmla="*/ 649738 h 3193741"/>
              <a:gd name="connsiteX184" fmla="*/ 544421 w 5470628"/>
              <a:gd name="connsiteY184" fmla="*/ 641907 h 3193741"/>
              <a:gd name="connsiteX185" fmla="*/ 431905 w 5470628"/>
              <a:gd name="connsiteY185" fmla="*/ 580799 h 3193741"/>
              <a:gd name="connsiteX186" fmla="*/ 351177 w 5470628"/>
              <a:gd name="connsiteY186" fmla="*/ 528177 h 3193741"/>
              <a:gd name="connsiteX187" fmla="*/ 339749 w 5470628"/>
              <a:gd name="connsiteY187" fmla="*/ 498244 h 3193741"/>
              <a:gd name="connsiteX188" fmla="*/ 346313 w 5470628"/>
              <a:gd name="connsiteY188" fmla="*/ 489145 h 3193741"/>
              <a:gd name="connsiteX189" fmla="*/ 356579 w 5470628"/>
              <a:gd name="connsiteY189" fmla="*/ 491460 h 3193741"/>
              <a:gd name="connsiteX190" fmla="*/ 371505 w 5470628"/>
              <a:gd name="connsiteY190" fmla="*/ 501516 h 3193741"/>
              <a:gd name="connsiteX191" fmla="*/ 476275 w 5470628"/>
              <a:gd name="connsiteY191" fmla="*/ 553122 h 3193741"/>
              <a:gd name="connsiteX192" fmla="*/ 649952 w 5470628"/>
              <a:gd name="connsiteY192" fmla="*/ 635294 h 3193741"/>
              <a:gd name="connsiteX193" fmla="*/ 727161 w 5470628"/>
              <a:gd name="connsiteY193" fmla="*/ 651328 h 3193741"/>
              <a:gd name="connsiteX194" fmla="*/ 722417 w 5470628"/>
              <a:gd name="connsiteY194" fmla="*/ 646921 h 3193741"/>
              <a:gd name="connsiteX195" fmla="*/ 546079 w 5470628"/>
              <a:gd name="connsiteY195" fmla="*/ 546328 h 3193741"/>
              <a:gd name="connsiteX196" fmla="*/ 378182 w 5470628"/>
              <a:gd name="connsiteY196" fmla="*/ 386585 h 3193741"/>
              <a:gd name="connsiteX197" fmla="*/ 370158 w 5470628"/>
              <a:gd name="connsiteY197" fmla="*/ 382100 h 3193741"/>
              <a:gd name="connsiteX198" fmla="*/ 357861 w 5470628"/>
              <a:gd name="connsiteY198" fmla="*/ 371252 h 3193741"/>
              <a:gd name="connsiteX199" fmla="*/ 331313 w 5470628"/>
              <a:gd name="connsiteY199" fmla="*/ 328203 h 3193741"/>
              <a:gd name="connsiteX200" fmla="*/ 319354 w 5470628"/>
              <a:gd name="connsiteY200" fmla="*/ 299282 h 3193741"/>
              <a:gd name="connsiteX201" fmla="*/ 319682 w 5470628"/>
              <a:gd name="connsiteY201" fmla="*/ 285719 h 3193741"/>
              <a:gd name="connsiteX202" fmla="*/ 306391 w 5470628"/>
              <a:gd name="connsiteY202" fmla="*/ 268585 h 3193741"/>
              <a:gd name="connsiteX203" fmla="*/ 303294 w 5470628"/>
              <a:gd name="connsiteY203" fmla="*/ 257334 h 3193741"/>
              <a:gd name="connsiteX204" fmla="*/ 319242 w 5470628"/>
              <a:gd name="connsiteY204" fmla="*/ 255403 h 3193741"/>
              <a:gd name="connsiteX205" fmla="*/ 364093 w 5470628"/>
              <a:gd name="connsiteY205" fmla="*/ 286745 h 3193741"/>
              <a:gd name="connsiteX206" fmla="*/ 385301 w 5470628"/>
              <a:gd name="connsiteY206" fmla="*/ 287973 h 3193741"/>
              <a:gd name="connsiteX207" fmla="*/ 417598 w 5470628"/>
              <a:gd name="connsiteY207" fmla="*/ 285722 h 3193741"/>
              <a:gd name="connsiteX208" fmla="*/ 440155 w 5470628"/>
              <a:gd name="connsiteY208" fmla="*/ 308139 h 3193741"/>
              <a:gd name="connsiteX209" fmla="*/ 534406 w 5470628"/>
              <a:gd name="connsiteY209" fmla="*/ 339430 h 3193741"/>
              <a:gd name="connsiteX210" fmla="*/ 495633 w 5470628"/>
              <a:gd name="connsiteY210" fmla="*/ 333450 h 3193741"/>
              <a:gd name="connsiteX211" fmla="*/ 486289 w 5470628"/>
              <a:gd name="connsiteY211" fmla="*/ 322243 h 3193741"/>
              <a:gd name="connsiteX212" fmla="*/ 484000 w 5470628"/>
              <a:gd name="connsiteY212" fmla="*/ 304964 h 3193741"/>
              <a:gd name="connsiteX213" fmla="*/ 436911 w 5470628"/>
              <a:gd name="connsiteY213" fmla="*/ 280536 h 3193741"/>
              <a:gd name="connsiteX214" fmla="*/ 426865 w 5470628"/>
              <a:gd name="connsiteY214" fmla="*/ 277007 h 3193741"/>
              <a:gd name="connsiteX215" fmla="*/ 420654 w 5470628"/>
              <a:gd name="connsiteY215" fmla="*/ 268269 h 3193741"/>
              <a:gd name="connsiteX216" fmla="*/ 432329 w 5470628"/>
              <a:gd name="connsiteY216" fmla="*/ 259975 h 3193741"/>
              <a:gd name="connsiteX217" fmla="*/ 447672 w 5470628"/>
              <a:gd name="connsiteY217" fmla="*/ 257879 h 3193741"/>
              <a:gd name="connsiteX218" fmla="*/ 502242 w 5470628"/>
              <a:gd name="connsiteY218" fmla="*/ 273572 h 3193741"/>
              <a:gd name="connsiteX219" fmla="*/ 659874 w 5470628"/>
              <a:gd name="connsiteY219" fmla="*/ 365516 h 3193741"/>
              <a:gd name="connsiteX220" fmla="*/ 829177 w 5470628"/>
              <a:gd name="connsiteY220" fmla="*/ 444421 h 3193741"/>
              <a:gd name="connsiteX221" fmla="*/ 1231903 w 5470628"/>
              <a:gd name="connsiteY221" fmla="*/ 613682 h 3193741"/>
              <a:gd name="connsiteX222" fmla="*/ 1911736 w 5470628"/>
              <a:gd name="connsiteY222" fmla="*/ 685084 h 3193741"/>
              <a:gd name="connsiteX223" fmla="*/ 2564313 w 5470628"/>
              <a:gd name="connsiteY223" fmla="*/ 632143 h 3193741"/>
              <a:gd name="connsiteX224" fmla="*/ 2657304 w 5470628"/>
              <a:gd name="connsiteY224" fmla="*/ 624913 h 3193741"/>
              <a:gd name="connsiteX225" fmla="*/ 4235818 w 5470628"/>
              <a:gd name="connsiteY225" fmla="*/ 259339 h 3193741"/>
              <a:gd name="connsiteX226" fmla="*/ 4460331 w 5470628"/>
              <a:gd name="connsiteY226" fmla="*/ 176864 h 3193741"/>
              <a:gd name="connsiteX227" fmla="*/ 4499578 w 5470628"/>
              <a:gd name="connsiteY227" fmla="*/ 186791 h 3193741"/>
              <a:gd name="connsiteX228" fmla="*/ 4514640 w 5470628"/>
              <a:gd name="connsiteY228" fmla="*/ 188841 h 3193741"/>
              <a:gd name="connsiteX229" fmla="*/ 4516523 w 5470628"/>
              <a:gd name="connsiteY229" fmla="*/ 189988 h 3193741"/>
              <a:gd name="connsiteX230" fmla="*/ 4518126 w 5470628"/>
              <a:gd name="connsiteY230" fmla="*/ 189316 h 3193741"/>
              <a:gd name="connsiteX231" fmla="*/ 4514640 w 5470628"/>
              <a:gd name="connsiteY231" fmla="*/ 188841 h 3193741"/>
              <a:gd name="connsiteX232" fmla="*/ 4511569 w 5470628"/>
              <a:gd name="connsiteY232" fmla="*/ 186970 h 3193741"/>
              <a:gd name="connsiteX233" fmla="*/ 4510888 w 5470628"/>
              <a:gd name="connsiteY233" fmla="*/ 180943 h 3193741"/>
              <a:gd name="connsiteX234" fmla="*/ 4531865 w 5470628"/>
              <a:gd name="connsiteY234" fmla="*/ 155151 h 3193741"/>
              <a:gd name="connsiteX235" fmla="*/ 4573441 w 5470628"/>
              <a:gd name="connsiteY235" fmla="*/ 139676 h 3193741"/>
              <a:gd name="connsiteX236" fmla="*/ 4594964 w 5470628"/>
              <a:gd name="connsiteY236" fmla="*/ 145847 h 3193741"/>
              <a:gd name="connsiteX237" fmla="*/ 4623059 w 5470628"/>
              <a:gd name="connsiteY237" fmla="*/ 152410 h 3193741"/>
              <a:gd name="connsiteX238" fmla="*/ 4748356 w 5470628"/>
              <a:gd name="connsiteY238" fmla="*/ 68192 h 3193741"/>
              <a:gd name="connsiteX239" fmla="*/ 4833812 w 5470628"/>
              <a:gd name="connsiteY239" fmla="*/ 8017 h 3193741"/>
              <a:gd name="connsiteX240" fmla="*/ 4850908 w 5470628"/>
              <a:gd name="connsiteY240" fmla="*/ 727 h 319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470628" h="3193741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895BBFD-CD52-2C2B-449B-AEA76526A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941" y="685801"/>
            <a:ext cx="3494859" cy="549116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Riscos i Oportunitats</a:t>
            </a:r>
          </a:p>
        </p:txBody>
      </p:sp>
      <p:graphicFrame>
        <p:nvGraphicFramePr>
          <p:cNvPr id="5" name="Marcador de texto 2">
            <a:extLst>
              <a:ext uri="{FF2B5EF4-FFF2-40B4-BE49-F238E27FC236}">
                <a16:creationId xmlns:a16="http://schemas.microsoft.com/office/drawing/2014/main" id="{F8C6D9F9-739D-BFD4-57D1-2B2BB4D70FF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60846551"/>
              </p:ext>
            </p:extLst>
          </p:nvPr>
        </p:nvGraphicFramePr>
        <p:xfrm>
          <a:off x="4702547" y="838199"/>
          <a:ext cx="6651253" cy="533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984276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8DED6BC-9A3E-48D4-AD7C-A56D63F54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B6E033A-DB2E-49B8-B600-B38E0C280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3235" y="1371600"/>
            <a:ext cx="4529312" cy="3589977"/>
          </a:xfrm>
          <a:custGeom>
            <a:avLst/>
            <a:gdLst>
              <a:gd name="connsiteX0" fmla="*/ 5462602 w 5470628"/>
              <a:gd name="connsiteY0" fmla="*/ 1413608 h 3193741"/>
              <a:gd name="connsiteX1" fmla="*/ 5465724 w 5470628"/>
              <a:gd name="connsiteY1" fmla="*/ 1421881 h 3193741"/>
              <a:gd name="connsiteX2" fmla="*/ 5465025 w 5470628"/>
              <a:gd name="connsiteY2" fmla="*/ 1466556 h 3193741"/>
              <a:gd name="connsiteX3" fmla="*/ 5463208 w 5470628"/>
              <a:gd name="connsiteY3" fmla="*/ 1466226 h 3193741"/>
              <a:gd name="connsiteX4" fmla="*/ 5463242 w 5470628"/>
              <a:gd name="connsiteY4" fmla="*/ 1451866 h 3193741"/>
              <a:gd name="connsiteX5" fmla="*/ 5462894 w 5470628"/>
              <a:gd name="connsiteY5" fmla="*/ 1423194 h 3193741"/>
              <a:gd name="connsiteX6" fmla="*/ 5461417 w 5470628"/>
              <a:gd name="connsiteY6" fmla="*/ 1391849 h 3193741"/>
              <a:gd name="connsiteX7" fmla="*/ 5462246 w 5470628"/>
              <a:gd name="connsiteY7" fmla="*/ 1401944 h 3193741"/>
              <a:gd name="connsiteX8" fmla="*/ 5462602 w 5470628"/>
              <a:gd name="connsiteY8" fmla="*/ 1413608 h 3193741"/>
              <a:gd name="connsiteX9" fmla="*/ 5459078 w 5470628"/>
              <a:gd name="connsiteY9" fmla="*/ 1404268 h 3193741"/>
              <a:gd name="connsiteX10" fmla="*/ 5460137 w 5470628"/>
              <a:gd name="connsiteY10" fmla="*/ 1393780 h 3193741"/>
              <a:gd name="connsiteX11" fmla="*/ 5461417 w 5470628"/>
              <a:gd name="connsiteY11" fmla="*/ 1391849 h 3193741"/>
              <a:gd name="connsiteX12" fmla="*/ 614271 w 5470628"/>
              <a:gd name="connsiteY12" fmla="*/ 1052206 h 3193741"/>
              <a:gd name="connsiteX13" fmla="*/ 611497 w 5470628"/>
              <a:gd name="connsiteY13" fmla="*/ 1055389 h 3193741"/>
              <a:gd name="connsiteX14" fmla="*/ 630277 w 5470628"/>
              <a:gd name="connsiteY14" fmla="*/ 1065215 h 3193741"/>
              <a:gd name="connsiteX15" fmla="*/ 651856 w 5470628"/>
              <a:gd name="connsiteY15" fmla="*/ 1067584 h 3193741"/>
              <a:gd name="connsiteX16" fmla="*/ 614271 w 5470628"/>
              <a:gd name="connsiteY16" fmla="*/ 1052206 h 3193741"/>
              <a:gd name="connsiteX17" fmla="*/ 810628 w 5470628"/>
              <a:gd name="connsiteY17" fmla="*/ 695550 h 3193741"/>
              <a:gd name="connsiteX18" fmla="*/ 1033084 w 5470628"/>
              <a:gd name="connsiteY18" fmla="*/ 791270 h 3193741"/>
              <a:gd name="connsiteX19" fmla="*/ 1036153 w 5470628"/>
              <a:gd name="connsiteY19" fmla="*/ 788050 h 3193741"/>
              <a:gd name="connsiteX20" fmla="*/ 810628 w 5470628"/>
              <a:gd name="connsiteY20" fmla="*/ 695550 h 3193741"/>
              <a:gd name="connsiteX21" fmla="*/ 4850908 w 5470628"/>
              <a:gd name="connsiteY21" fmla="*/ 727 h 3193741"/>
              <a:gd name="connsiteX22" fmla="*/ 4858584 w 5470628"/>
              <a:gd name="connsiteY22" fmla="*/ 13795 h 3193741"/>
              <a:gd name="connsiteX23" fmla="*/ 4843408 w 5470628"/>
              <a:gd name="connsiteY23" fmla="*/ 37224 h 3193741"/>
              <a:gd name="connsiteX24" fmla="*/ 4871062 w 5470628"/>
              <a:gd name="connsiteY24" fmla="*/ 78954 h 3193741"/>
              <a:gd name="connsiteX25" fmla="*/ 4989038 w 5470628"/>
              <a:gd name="connsiteY25" fmla="*/ 66799 h 3193741"/>
              <a:gd name="connsiteX26" fmla="*/ 5002636 w 5470628"/>
              <a:gd name="connsiteY26" fmla="*/ 79388 h 3193741"/>
              <a:gd name="connsiteX27" fmla="*/ 5008332 w 5470628"/>
              <a:gd name="connsiteY27" fmla="*/ 140859 h 3193741"/>
              <a:gd name="connsiteX28" fmla="*/ 5014326 w 5470628"/>
              <a:gd name="connsiteY28" fmla="*/ 155555 h 3193741"/>
              <a:gd name="connsiteX29" fmla="*/ 5030704 w 5470628"/>
              <a:gd name="connsiteY29" fmla="*/ 221190 h 3193741"/>
              <a:gd name="connsiteX30" fmla="*/ 5097262 w 5470628"/>
              <a:gd name="connsiteY30" fmla="*/ 317759 h 3193741"/>
              <a:gd name="connsiteX31" fmla="*/ 5165084 w 5470628"/>
              <a:gd name="connsiteY31" fmla="*/ 373367 h 3193741"/>
              <a:gd name="connsiteX32" fmla="*/ 5174137 w 5470628"/>
              <a:gd name="connsiteY32" fmla="*/ 389353 h 3193741"/>
              <a:gd name="connsiteX33" fmla="*/ 5192507 w 5470628"/>
              <a:gd name="connsiteY33" fmla="*/ 453561 h 3193741"/>
              <a:gd name="connsiteX34" fmla="*/ 5187160 w 5470628"/>
              <a:gd name="connsiteY34" fmla="*/ 467732 h 3193741"/>
              <a:gd name="connsiteX35" fmla="*/ 5160106 w 5470628"/>
              <a:gd name="connsiteY35" fmla="*/ 486904 h 3193741"/>
              <a:gd name="connsiteX36" fmla="*/ 5138948 w 5470628"/>
              <a:gd name="connsiteY36" fmla="*/ 528614 h 3193741"/>
              <a:gd name="connsiteX37" fmla="*/ 5097016 w 5470628"/>
              <a:gd name="connsiteY37" fmla="*/ 589923 h 3193741"/>
              <a:gd name="connsiteX38" fmla="*/ 5075869 w 5470628"/>
              <a:gd name="connsiteY38" fmla="*/ 608381 h 3193741"/>
              <a:gd name="connsiteX39" fmla="*/ 5093172 w 5470628"/>
              <a:gd name="connsiteY39" fmla="*/ 618385 h 3193741"/>
              <a:gd name="connsiteX40" fmla="*/ 5153518 w 5470628"/>
              <a:gd name="connsiteY40" fmla="*/ 687474 h 3193741"/>
              <a:gd name="connsiteX41" fmla="*/ 5074984 w 5470628"/>
              <a:gd name="connsiteY41" fmla="*/ 776941 h 3193741"/>
              <a:gd name="connsiteX42" fmla="*/ 5033348 w 5470628"/>
              <a:gd name="connsiteY42" fmla="*/ 805473 h 3193741"/>
              <a:gd name="connsiteX43" fmla="*/ 5116847 w 5470628"/>
              <a:gd name="connsiteY43" fmla="*/ 803426 h 3193741"/>
              <a:gd name="connsiteX44" fmla="*/ 5147902 w 5470628"/>
              <a:gd name="connsiteY44" fmla="*/ 833118 h 3193741"/>
              <a:gd name="connsiteX45" fmla="*/ 5161665 w 5470628"/>
              <a:gd name="connsiteY45" fmla="*/ 848297 h 3193741"/>
              <a:gd name="connsiteX46" fmla="*/ 5246520 w 5470628"/>
              <a:gd name="connsiteY46" fmla="*/ 942412 h 3193741"/>
              <a:gd name="connsiteX47" fmla="*/ 5235368 w 5470628"/>
              <a:gd name="connsiteY47" fmla="*/ 972946 h 3193741"/>
              <a:gd name="connsiteX48" fmla="*/ 5113739 w 5470628"/>
              <a:gd name="connsiteY48" fmla="*/ 1128845 h 3193741"/>
              <a:gd name="connsiteX49" fmla="*/ 5255034 w 5470628"/>
              <a:gd name="connsiteY49" fmla="*/ 1151117 h 3193741"/>
              <a:gd name="connsiteX50" fmla="*/ 5267513 w 5470628"/>
              <a:gd name="connsiteY50" fmla="*/ 1216275 h 3193741"/>
              <a:gd name="connsiteX51" fmla="*/ 5343113 w 5470628"/>
              <a:gd name="connsiteY51" fmla="*/ 1281854 h 3193741"/>
              <a:gd name="connsiteX52" fmla="*/ 5452014 w 5470628"/>
              <a:gd name="connsiteY52" fmla="*/ 1385543 h 3193741"/>
              <a:gd name="connsiteX53" fmla="*/ 5459078 w 5470628"/>
              <a:gd name="connsiteY53" fmla="*/ 1404268 h 3193741"/>
              <a:gd name="connsiteX54" fmla="*/ 5458838 w 5470628"/>
              <a:gd name="connsiteY54" fmla="*/ 1406644 h 3193741"/>
              <a:gd name="connsiteX55" fmla="*/ 5455752 w 5470628"/>
              <a:gd name="connsiteY55" fmla="*/ 1450751 h 3193741"/>
              <a:gd name="connsiteX56" fmla="*/ 5454594 w 5470628"/>
              <a:gd name="connsiteY56" fmla="*/ 1464662 h 3193741"/>
              <a:gd name="connsiteX57" fmla="*/ 5447215 w 5470628"/>
              <a:gd name="connsiteY57" fmla="*/ 1463321 h 3193741"/>
              <a:gd name="connsiteX58" fmla="*/ 5433934 w 5470628"/>
              <a:gd name="connsiteY58" fmla="*/ 1458428 h 3193741"/>
              <a:gd name="connsiteX59" fmla="*/ 5424276 w 5470628"/>
              <a:gd name="connsiteY59" fmla="*/ 1477014 h 3193741"/>
              <a:gd name="connsiteX60" fmla="*/ 5444628 w 5470628"/>
              <a:gd name="connsiteY60" fmla="*/ 1511562 h 3193741"/>
              <a:gd name="connsiteX61" fmla="*/ 5453752 w 5470628"/>
              <a:gd name="connsiteY61" fmla="*/ 1474786 h 3193741"/>
              <a:gd name="connsiteX62" fmla="*/ 5454594 w 5470628"/>
              <a:gd name="connsiteY62" fmla="*/ 1464662 h 3193741"/>
              <a:gd name="connsiteX63" fmla="*/ 5463208 w 5470628"/>
              <a:gd name="connsiteY63" fmla="*/ 1466226 h 3193741"/>
              <a:gd name="connsiteX64" fmla="*/ 5463164 w 5470628"/>
              <a:gd name="connsiteY64" fmla="*/ 1484226 h 3193741"/>
              <a:gd name="connsiteX65" fmla="*/ 5456160 w 5470628"/>
              <a:gd name="connsiteY65" fmla="*/ 1575885 h 3193741"/>
              <a:gd name="connsiteX66" fmla="*/ 5345636 w 5470628"/>
              <a:gd name="connsiteY66" fmla="*/ 1714543 h 3193741"/>
              <a:gd name="connsiteX67" fmla="*/ 5251319 w 5470628"/>
              <a:gd name="connsiteY67" fmla="*/ 1775792 h 3193741"/>
              <a:gd name="connsiteX68" fmla="*/ 5043512 w 5470628"/>
              <a:gd name="connsiteY68" fmla="*/ 2027305 h 3193741"/>
              <a:gd name="connsiteX69" fmla="*/ 4978144 w 5470628"/>
              <a:gd name="connsiteY69" fmla="*/ 2108535 h 3193741"/>
              <a:gd name="connsiteX70" fmla="*/ 5031476 w 5470628"/>
              <a:gd name="connsiteY70" fmla="*/ 2128173 h 3193741"/>
              <a:gd name="connsiteX71" fmla="*/ 4937389 w 5470628"/>
              <a:gd name="connsiteY71" fmla="*/ 2216441 h 3193741"/>
              <a:gd name="connsiteX72" fmla="*/ 4826122 w 5470628"/>
              <a:gd name="connsiteY72" fmla="*/ 2315331 h 3193741"/>
              <a:gd name="connsiteX73" fmla="*/ 2544647 w 5470628"/>
              <a:gd name="connsiteY73" fmla="*/ 3190975 h 3193741"/>
              <a:gd name="connsiteX74" fmla="*/ 1328257 w 5470628"/>
              <a:gd name="connsiteY74" fmla="*/ 3153006 h 3193741"/>
              <a:gd name="connsiteX75" fmla="*/ 977943 w 5470628"/>
              <a:gd name="connsiteY75" fmla="*/ 3082502 h 3193741"/>
              <a:gd name="connsiteX76" fmla="*/ 854473 w 5470628"/>
              <a:gd name="connsiteY76" fmla="*/ 2994250 h 3193741"/>
              <a:gd name="connsiteX77" fmla="*/ 811593 w 5470628"/>
              <a:gd name="connsiteY77" fmla="*/ 2970498 h 3193741"/>
              <a:gd name="connsiteX78" fmla="*/ 707024 w 5470628"/>
              <a:gd name="connsiteY78" fmla="*/ 2945439 h 3193741"/>
              <a:gd name="connsiteX79" fmla="*/ 523487 w 5470628"/>
              <a:gd name="connsiteY79" fmla="*/ 2886053 h 3193741"/>
              <a:gd name="connsiteX80" fmla="*/ 587884 w 5470628"/>
              <a:gd name="connsiteY80" fmla="*/ 2859746 h 3193741"/>
              <a:gd name="connsiteX81" fmla="*/ 779426 w 5470628"/>
              <a:gd name="connsiteY81" fmla="*/ 2885897 h 3193741"/>
              <a:gd name="connsiteX82" fmla="*/ 917288 w 5470628"/>
              <a:gd name="connsiteY82" fmla="*/ 2882248 h 3193741"/>
              <a:gd name="connsiteX83" fmla="*/ 718684 w 5470628"/>
              <a:gd name="connsiteY83" fmla="*/ 2819941 h 3193741"/>
              <a:gd name="connsiteX84" fmla="*/ 524650 w 5470628"/>
              <a:gd name="connsiteY84" fmla="*/ 2731220 h 3193741"/>
              <a:gd name="connsiteX85" fmla="*/ 670138 w 5470628"/>
              <a:gd name="connsiteY85" fmla="*/ 2735189 h 3193741"/>
              <a:gd name="connsiteX86" fmla="*/ 675382 w 5470628"/>
              <a:gd name="connsiteY86" fmla="*/ 2719369 h 3193741"/>
              <a:gd name="connsiteX87" fmla="*/ 542021 w 5470628"/>
              <a:gd name="connsiteY87" fmla="*/ 2601946 h 3193741"/>
              <a:gd name="connsiteX88" fmla="*/ 476895 w 5470628"/>
              <a:gd name="connsiteY88" fmla="*/ 2555976 h 3193741"/>
              <a:gd name="connsiteX89" fmla="*/ 188751 w 5470628"/>
              <a:gd name="connsiteY89" fmla="*/ 2428830 h 3193741"/>
              <a:gd name="connsiteX90" fmla="*/ 456762 w 5470628"/>
              <a:gd name="connsiteY90" fmla="*/ 2468731 h 3193741"/>
              <a:gd name="connsiteX91" fmla="*/ 174514 w 5470628"/>
              <a:gd name="connsiteY91" fmla="*/ 2345378 h 3193741"/>
              <a:gd name="connsiteX92" fmla="*/ 38827 w 5470628"/>
              <a:gd name="connsiteY92" fmla="*/ 2303685 h 3193741"/>
              <a:gd name="connsiteX93" fmla="*/ 3281 w 5470628"/>
              <a:gd name="connsiteY93" fmla="*/ 2273587 h 3193741"/>
              <a:gd name="connsiteX94" fmla="*/ 61590 w 5470628"/>
              <a:gd name="connsiteY94" fmla="*/ 2259170 h 3193741"/>
              <a:gd name="connsiteX95" fmla="*/ 242291 w 5470628"/>
              <a:gd name="connsiteY95" fmla="*/ 2250569 h 3193741"/>
              <a:gd name="connsiteX96" fmla="*/ 13205 w 5470628"/>
              <a:gd name="connsiteY96" fmla="*/ 2172263 h 3193741"/>
              <a:gd name="connsiteX97" fmla="*/ 180810 w 5470628"/>
              <a:gd name="connsiteY97" fmla="*/ 2168333 h 3193741"/>
              <a:gd name="connsiteX98" fmla="*/ 226020 w 5470628"/>
              <a:gd name="connsiteY98" fmla="*/ 2121100 h 3193741"/>
              <a:gd name="connsiteX99" fmla="*/ 299145 w 5470628"/>
              <a:gd name="connsiteY99" fmla="*/ 2044862 h 3193741"/>
              <a:gd name="connsiteX100" fmla="*/ 350236 w 5470628"/>
              <a:gd name="connsiteY100" fmla="*/ 2001187 h 3193741"/>
              <a:gd name="connsiteX101" fmla="*/ 365223 w 5470628"/>
              <a:gd name="connsiteY101" fmla="*/ 1881218 h 3193741"/>
              <a:gd name="connsiteX102" fmla="*/ 310707 w 5470628"/>
              <a:gd name="connsiteY102" fmla="*/ 1758752 h 3193741"/>
              <a:gd name="connsiteX103" fmla="*/ 181659 w 5470628"/>
              <a:gd name="connsiteY103" fmla="*/ 1709137 h 3193741"/>
              <a:gd name="connsiteX104" fmla="*/ 213063 w 5470628"/>
              <a:gd name="connsiteY104" fmla="*/ 1632021 h 3193741"/>
              <a:gd name="connsiteX105" fmla="*/ 481390 w 5470628"/>
              <a:gd name="connsiteY105" fmla="*/ 1644125 h 3193741"/>
              <a:gd name="connsiteX106" fmla="*/ 68930 w 5470628"/>
              <a:gd name="connsiteY106" fmla="*/ 1457537 h 3193741"/>
              <a:gd name="connsiteX107" fmla="*/ 135138 w 5470628"/>
              <a:gd name="connsiteY107" fmla="*/ 1440976 h 3193741"/>
              <a:gd name="connsiteX108" fmla="*/ 131611 w 5470628"/>
              <a:gd name="connsiteY108" fmla="*/ 1427642 h 3193741"/>
              <a:gd name="connsiteX109" fmla="*/ 130443 w 5470628"/>
              <a:gd name="connsiteY109" fmla="*/ 1343795 h 3193741"/>
              <a:gd name="connsiteX110" fmla="*/ 138930 w 5470628"/>
              <a:gd name="connsiteY110" fmla="*/ 1304094 h 3193741"/>
              <a:gd name="connsiteX111" fmla="*/ 118409 w 5470628"/>
              <a:gd name="connsiteY111" fmla="*/ 1262212 h 3193741"/>
              <a:gd name="connsiteX112" fmla="*/ 421410 w 5470628"/>
              <a:gd name="connsiteY112" fmla="*/ 1304757 h 3193741"/>
              <a:gd name="connsiteX113" fmla="*/ 655702 w 5470628"/>
              <a:gd name="connsiteY113" fmla="*/ 1291801 h 3193741"/>
              <a:gd name="connsiteX114" fmla="*/ 648299 w 5470628"/>
              <a:gd name="connsiteY114" fmla="*/ 1287715 h 3193741"/>
              <a:gd name="connsiteX115" fmla="*/ 531027 w 5470628"/>
              <a:gd name="connsiteY115" fmla="*/ 1193967 h 3193741"/>
              <a:gd name="connsiteX116" fmla="*/ 526433 w 5470628"/>
              <a:gd name="connsiteY116" fmla="*/ 1191913 h 3193741"/>
              <a:gd name="connsiteX117" fmla="*/ 504666 w 5470628"/>
              <a:gd name="connsiteY117" fmla="*/ 1177230 h 3193741"/>
              <a:gd name="connsiteX118" fmla="*/ 482307 w 5470628"/>
              <a:gd name="connsiteY118" fmla="*/ 1162618 h 3193741"/>
              <a:gd name="connsiteX119" fmla="*/ 479029 w 5470628"/>
              <a:gd name="connsiteY119" fmla="*/ 1162540 h 3193741"/>
              <a:gd name="connsiteX120" fmla="*/ 447663 w 5470628"/>
              <a:gd name="connsiteY120" fmla="*/ 1132649 h 3193741"/>
              <a:gd name="connsiteX121" fmla="*/ 438547 w 5470628"/>
              <a:gd name="connsiteY121" fmla="*/ 1110977 h 3193741"/>
              <a:gd name="connsiteX122" fmla="*/ 405343 w 5470628"/>
              <a:gd name="connsiteY122" fmla="*/ 1089612 h 3193741"/>
              <a:gd name="connsiteX123" fmla="*/ 371373 w 5470628"/>
              <a:gd name="connsiteY123" fmla="*/ 1070238 h 3193741"/>
              <a:gd name="connsiteX124" fmla="*/ 290358 w 5470628"/>
              <a:gd name="connsiteY124" fmla="*/ 1059884 h 3193741"/>
              <a:gd name="connsiteX125" fmla="*/ 235140 w 5470628"/>
              <a:gd name="connsiteY125" fmla="*/ 1029322 h 3193741"/>
              <a:gd name="connsiteX126" fmla="*/ 300494 w 5470628"/>
              <a:gd name="connsiteY126" fmla="*/ 1032083 h 3193741"/>
              <a:gd name="connsiteX127" fmla="*/ 239661 w 5470628"/>
              <a:gd name="connsiteY127" fmla="*/ 997457 h 3193741"/>
              <a:gd name="connsiteX128" fmla="*/ 204788 w 5470628"/>
              <a:gd name="connsiteY128" fmla="*/ 959211 h 3193741"/>
              <a:gd name="connsiteX129" fmla="*/ 207583 w 5470628"/>
              <a:gd name="connsiteY129" fmla="*/ 947009 h 3193741"/>
              <a:gd name="connsiteX130" fmla="*/ 223061 w 5470628"/>
              <a:gd name="connsiteY130" fmla="*/ 947033 h 3193741"/>
              <a:gd name="connsiteX131" fmla="*/ 280015 w 5470628"/>
              <a:gd name="connsiteY131" fmla="*/ 972164 h 3193741"/>
              <a:gd name="connsiteX132" fmla="*/ 353948 w 5470628"/>
              <a:gd name="connsiteY132" fmla="*/ 1006865 h 3193741"/>
              <a:gd name="connsiteX133" fmla="*/ 240466 w 5470628"/>
              <a:gd name="connsiteY133" fmla="*/ 939943 h 3193741"/>
              <a:gd name="connsiteX134" fmla="*/ 158812 w 5470628"/>
              <a:gd name="connsiteY134" fmla="*/ 891467 h 3193741"/>
              <a:gd name="connsiteX135" fmla="*/ 139551 w 5470628"/>
              <a:gd name="connsiteY135" fmla="*/ 855364 h 3193741"/>
              <a:gd name="connsiteX136" fmla="*/ 145731 w 5470628"/>
              <a:gd name="connsiteY136" fmla="*/ 844888 h 3193741"/>
              <a:gd name="connsiteX137" fmla="*/ 158154 w 5470628"/>
              <a:gd name="connsiteY137" fmla="*/ 848366 h 3193741"/>
              <a:gd name="connsiteX138" fmla="*/ 169370 w 5470628"/>
              <a:gd name="connsiteY138" fmla="*/ 856260 h 3193741"/>
              <a:gd name="connsiteX139" fmla="*/ 288295 w 5470628"/>
              <a:gd name="connsiteY139" fmla="*/ 915169 h 3193741"/>
              <a:gd name="connsiteX140" fmla="*/ 462694 w 5470628"/>
              <a:gd name="connsiteY140" fmla="*/ 994643 h 3193741"/>
              <a:gd name="connsiteX141" fmla="*/ 531910 w 5470628"/>
              <a:gd name="connsiteY141" fmla="*/ 1006664 h 3193741"/>
              <a:gd name="connsiteX142" fmla="*/ 333940 w 5470628"/>
              <a:gd name="connsiteY142" fmla="*/ 893507 h 3193741"/>
              <a:gd name="connsiteX143" fmla="*/ 181443 w 5470628"/>
              <a:gd name="connsiteY143" fmla="*/ 746608 h 3193741"/>
              <a:gd name="connsiteX144" fmla="*/ 162678 w 5470628"/>
              <a:gd name="connsiteY144" fmla="*/ 737018 h 3193741"/>
              <a:gd name="connsiteX145" fmla="*/ 156307 w 5470628"/>
              <a:gd name="connsiteY145" fmla="*/ 730435 h 3193741"/>
              <a:gd name="connsiteX146" fmla="*/ 117227 w 5470628"/>
              <a:gd name="connsiteY146" fmla="*/ 677515 h 3193741"/>
              <a:gd name="connsiteX147" fmla="*/ 113655 w 5470628"/>
              <a:gd name="connsiteY147" fmla="*/ 663474 h 3193741"/>
              <a:gd name="connsiteX148" fmla="*/ 115226 w 5470628"/>
              <a:gd name="connsiteY148" fmla="*/ 636712 h 3193741"/>
              <a:gd name="connsiteX149" fmla="*/ 105067 w 5470628"/>
              <a:gd name="connsiteY149" fmla="*/ 622046 h 3193741"/>
              <a:gd name="connsiteX150" fmla="*/ 104113 w 5470628"/>
              <a:gd name="connsiteY150" fmla="*/ 611722 h 3193741"/>
              <a:gd name="connsiteX151" fmla="*/ 118895 w 5470628"/>
              <a:gd name="connsiteY151" fmla="*/ 610169 h 3193741"/>
              <a:gd name="connsiteX152" fmla="*/ 163095 w 5470628"/>
              <a:gd name="connsiteY152" fmla="*/ 640642 h 3193741"/>
              <a:gd name="connsiteX153" fmla="*/ 185766 w 5470628"/>
              <a:gd name="connsiteY153" fmla="*/ 641454 h 3193741"/>
              <a:gd name="connsiteX154" fmla="*/ 212892 w 5470628"/>
              <a:gd name="connsiteY154" fmla="*/ 637457 h 3193741"/>
              <a:gd name="connsiteX155" fmla="*/ 223932 w 5470628"/>
              <a:gd name="connsiteY155" fmla="*/ 647271 h 3193741"/>
              <a:gd name="connsiteX156" fmla="*/ 287167 w 5470628"/>
              <a:gd name="connsiteY156" fmla="*/ 691571 h 3193741"/>
              <a:gd name="connsiteX157" fmla="*/ 330380 w 5470628"/>
              <a:gd name="connsiteY157" fmla="*/ 692506 h 3193741"/>
              <a:gd name="connsiteX158" fmla="*/ 296172 w 5470628"/>
              <a:gd name="connsiteY158" fmla="*/ 688108 h 3193741"/>
              <a:gd name="connsiteX159" fmla="*/ 286974 w 5470628"/>
              <a:gd name="connsiteY159" fmla="*/ 674512 h 3193741"/>
              <a:gd name="connsiteX160" fmla="*/ 286166 w 5470628"/>
              <a:gd name="connsiteY160" fmla="*/ 661798 h 3193741"/>
              <a:gd name="connsiteX161" fmla="*/ 236268 w 5470628"/>
              <a:gd name="connsiteY161" fmla="*/ 635338 h 3193741"/>
              <a:gd name="connsiteX162" fmla="*/ 231734 w 5470628"/>
              <a:gd name="connsiteY162" fmla="*/ 634225 h 3193741"/>
              <a:gd name="connsiteX163" fmla="*/ 221253 w 5470628"/>
              <a:gd name="connsiteY163" fmla="*/ 623870 h 3193741"/>
              <a:gd name="connsiteX164" fmla="*/ 237564 w 5470628"/>
              <a:gd name="connsiteY164" fmla="*/ 613590 h 3193741"/>
              <a:gd name="connsiteX165" fmla="*/ 282259 w 5470628"/>
              <a:gd name="connsiteY165" fmla="*/ 619091 h 3193741"/>
              <a:gd name="connsiteX166" fmla="*/ 370630 w 5470628"/>
              <a:gd name="connsiteY166" fmla="*/ 665566 h 3193741"/>
              <a:gd name="connsiteX167" fmla="*/ 498017 w 5470628"/>
              <a:gd name="connsiteY167" fmla="*/ 740532 h 3193741"/>
              <a:gd name="connsiteX168" fmla="*/ 918036 w 5470628"/>
              <a:gd name="connsiteY168" fmla="*/ 924307 h 3193741"/>
              <a:gd name="connsiteX169" fmla="*/ 1079304 w 5470628"/>
              <a:gd name="connsiteY169" fmla="*/ 984494 h 3193741"/>
              <a:gd name="connsiteX170" fmla="*/ 1079935 w 5470628"/>
              <a:gd name="connsiteY170" fmla="*/ 980383 h 3193741"/>
              <a:gd name="connsiteX171" fmla="*/ 1079695 w 5470628"/>
              <a:gd name="connsiteY171" fmla="*/ 976616 h 3193741"/>
              <a:gd name="connsiteX172" fmla="*/ 966178 w 5470628"/>
              <a:gd name="connsiteY172" fmla="*/ 937219 h 3193741"/>
              <a:gd name="connsiteX173" fmla="*/ 720106 w 5470628"/>
              <a:gd name="connsiteY173" fmla="*/ 807112 h 3193741"/>
              <a:gd name="connsiteX174" fmla="*/ 698823 w 5470628"/>
              <a:gd name="connsiteY174" fmla="*/ 804708 h 3193741"/>
              <a:gd name="connsiteX175" fmla="*/ 664513 w 5470628"/>
              <a:gd name="connsiteY175" fmla="*/ 784663 h 3193741"/>
              <a:gd name="connsiteX176" fmla="*/ 660380 w 5470628"/>
              <a:gd name="connsiteY176" fmla="*/ 771165 h 3193741"/>
              <a:gd name="connsiteX177" fmla="*/ 584959 w 5470628"/>
              <a:gd name="connsiteY177" fmla="*/ 722409 h 3193741"/>
              <a:gd name="connsiteX178" fmla="*/ 435649 w 5470628"/>
              <a:gd name="connsiteY178" fmla="*/ 639659 h 3193741"/>
              <a:gd name="connsiteX179" fmla="*/ 404944 w 5470628"/>
              <a:gd name="connsiteY179" fmla="*/ 606128 h 3193741"/>
              <a:gd name="connsiteX180" fmla="*/ 408476 w 5470628"/>
              <a:gd name="connsiteY180" fmla="*/ 591466 h 3193741"/>
              <a:gd name="connsiteX181" fmla="*/ 425225 w 5470628"/>
              <a:gd name="connsiteY181" fmla="*/ 592759 h 3193741"/>
              <a:gd name="connsiteX182" fmla="*/ 487115 w 5470628"/>
              <a:gd name="connsiteY182" fmla="*/ 620614 h 3193741"/>
              <a:gd name="connsiteX183" fmla="*/ 550277 w 5470628"/>
              <a:gd name="connsiteY183" fmla="*/ 649738 h 3193741"/>
              <a:gd name="connsiteX184" fmla="*/ 544421 w 5470628"/>
              <a:gd name="connsiteY184" fmla="*/ 641907 h 3193741"/>
              <a:gd name="connsiteX185" fmla="*/ 431905 w 5470628"/>
              <a:gd name="connsiteY185" fmla="*/ 580799 h 3193741"/>
              <a:gd name="connsiteX186" fmla="*/ 351177 w 5470628"/>
              <a:gd name="connsiteY186" fmla="*/ 528177 h 3193741"/>
              <a:gd name="connsiteX187" fmla="*/ 339749 w 5470628"/>
              <a:gd name="connsiteY187" fmla="*/ 498244 h 3193741"/>
              <a:gd name="connsiteX188" fmla="*/ 346313 w 5470628"/>
              <a:gd name="connsiteY188" fmla="*/ 489145 h 3193741"/>
              <a:gd name="connsiteX189" fmla="*/ 356579 w 5470628"/>
              <a:gd name="connsiteY189" fmla="*/ 491460 h 3193741"/>
              <a:gd name="connsiteX190" fmla="*/ 371505 w 5470628"/>
              <a:gd name="connsiteY190" fmla="*/ 501516 h 3193741"/>
              <a:gd name="connsiteX191" fmla="*/ 476275 w 5470628"/>
              <a:gd name="connsiteY191" fmla="*/ 553122 h 3193741"/>
              <a:gd name="connsiteX192" fmla="*/ 649952 w 5470628"/>
              <a:gd name="connsiteY192" fmla="*/ 635294 h 3193741"/>
              <a:gd name="connsiteX193" fmla="*/ 727161 w 5470628"/>
              <a:gd name="connsiteY193" fmla="*/ 651328 h 3193741"/>
              <a:gd name="connsiteX194" fmla="*/ 722417 w 5470628"/>
              <a:gd name="connsiteY194" fmla="*/ 646921 h 3193741"/>
              <a:gd name="connsiteX195" fmla="*/ 546079 w 5470628"/>
              <a:gd name="connsiteY195" fmla="*/ 546328 h 3193741"/>
              <a:gd name="connsiteX196" fmla="*/ 378182 w 5470628"/>
              <a:gd name="connsiteY196" fmla="*/ 386585 h 3193741"/>
              <a:gd name="connsiteX197" fmla="*/ 370158 w 5470628"/>
              <a:gd name="connsiteY197" fmla="*/ 382100 h 3193741"/>
              <a:gd name="connsiteX198" fmla="*/ 357861 w 5470628"/>
              <a:gd name="connsiteY198" fmla="*/ 371252 h 3193741"/>
              <a:gd name="connsiteX199" fmla="*/ 331313 w 5470628"/>
              <a:gd name="connsiteY199" fmla="*/ 328203 h 3193741"/>
              <a:gd name="connsiteX200" fmla="*/ 319354 w 5470628"/>
              <a:gd name="connsiteY200" fmla="*/ 299282 h 3193741"/>
              <a:gd name="connsiteX201" fmla="*/ 319682 w 5470628"/>
              <a:gd name="connsiteY201" fmla="*/ 285719 h 3193741"/>
              <a:gd name="connsiteX202" fmla="*/ 306391 w 5470628"/>
              <a:gd name="connsiteY202" fmla="*/ 268585 h 3193741"/>
              <a:gd name="connsiteX203" fmla="*/ 303294 w 5470628"/>
              <a:gd name="connsiteY203" fmla="*/ 257334 h 3193741"/>
              <a:gd name="connsiteX204" fmla="*/ 319242 w 5470628"/>
              <a:gd name="connsiteY204" fmla="*/ 255403 h 3193741"/>
              <a:gd name="connsiteX205" fmla="*/ 364093 w 5470628"/>
              <a:gd name="connsiteY205" fmla="*/ 286745 h 3193741"/>
              <a:gd name="connsiteX206" fmla="*/ 385301 w 5470628"/>
              <a:gd name="connsiteY206" fmla="*/ 287973 h 3193741"/>
              <a:gd name="connsiteX207" fmla="*/ 417598 w 5470628"/>
              <a:gd name="connsiteY207" fmla="*/ 285722 h 3193741"/>
              <a:gd name="connsiteX208" fmla="*/ 440155 w 5470628"/>
              <a:gd name="connsiteY208" fmla="*/ 308139 h 3193741"/>
              <a:gd name="connsiteX209" fmla="*/ 534406 w 5470628"/>
              <a:gd name="connsiteY209" fmla="*/ 339430 h 3193741"/>
              <a:gd name="connsiteX210" fmla="*/ 495633 w 5470628"/>
              <a:gd name="connsiteY210" fmla="*/ 333450 h 3193741"/>
              <a:gd name="connsiteX211" fmla="*/ 486289 w 5470628"/>
              <a:gd name="connsiteY211" fmla="*/ 322243 h 3193741"/>
              <a:gd name="connsiteX212" fmla="*/ 484000 w 5470628"/>
              <a:gd name="connsiteY212" fmla="*/ 304964 h 3193741"/>
              <a:gd name="connsiteX213" fmla="*/ 436911 w 5470628"/>
              <a:gd name="connsiteY213" fmla="*/ 280536 h 3193741"/>
              <a:gd name="connsiteX214" fmla="*/ 426865 w 5470628"/>
              <a:gd name="connsiteY214" fmla="*/ 277007 h 3193741"/>
              <a:gd name="connsiteX215" fmla="*/ 420654 w 5470628"/>
              <a:gd name="connsiteY215" fmla="*/ 268269 h 3193741"/>
              <a:gd name="connsiteX216" fmla="*/ 432329 w 5470628"/>
              <a:gd name="connsiteY216" fmla="*/ 259975 h 3193741"/>
              <a:gd name="connsiteX217" fmla="*/ 447672 w 5470628"/>
              <a:gd name="connsiteY217" fmla="*/ 257879 h 3193741"/>
              <a:gd name="connsiteX218" fmla="*/ 502242 w 5470628"/>
              <a:gd name="connsiteY218" fmla="*/ 273572 h 3193741"/>
              <a:gd name="connsiteX219" fmla="*/ 659874 w 5470628"/>
              <a:gd name="connsiteY219" fmla="*/ 365516 h 3193741"/>
              <a:gd name="connsiteX220" fmla="*/ 829177 w 5470628"/>
              <a:gd name="connsiteY220" fmla="*/ 444421 h 3193741"/>
              <a:gd name="connsiteX221" fmla="*/ 1231903 w 5470628"/>
              <a:gd name="connsiteY221" fmla="*/ 613682 h 3193741"/>
              <a:gd name="connsiteX222" fmla="*/ 1911736 w 5470628"/>
              <a:gd name="connsiteY222" fmla="*/ 685084 h 3193741"/>
              <a:gd name="connsiteX223" fmla="*/ 2564313 w 5470628"/>
              <a:gd name="connsiteY223" fmla="*/ 632143 h 3193741"/>
              <a:gd name="connsiteX224" fmla="*/ 2657304 w 5470628"/>
              <a:gd name="connsiteY224" fmla="*/ 624913 h 3193741"/>
              <a:gd name="connsiteX225" fmla="*/ 4235818 w 5470628"/>
              <a:gd name="connsiteY225" fmla="*/ 259339 h 3193741"/>
              <a:gd name="connsiteX226" fmla="*/ 4460331 w 5470628"/>
              <a:gd name="connsiteY226" fmla="*/ 176864 h 3193741"/>
              <a:gd name="connsiteX227" fmla="*/ 4499578 w 5470628"/>
              <a:gd name="connsiteY227" fmla="*/ 186791 h 3193741"/>
              <a:gd name="connsiteX228" fmla="*/ 4514640 w 5470628"/>
              <a:gd name="connsiteY228" fmla="*/ 188841 h 3193741"/>
              <a:gd name="connsiteX229" fmla="*/ 4516523 w 5470628"/>
              <a:gd name="connsiteY229" fmla="*/ 189988 h 3193741"/>
              <a:gd name="connsiteX230" fmla="*/ 4518126 w 5470628"/>
              <a:gd name="connsiteY230" fmla="*/ 189316 h 3193741"/>
              <a:gd name="connsiteX231" fmla="*/ 4514640 w 5470628"/>
              <a:gd name="connsiteY231" fmla="*/ 188841 h 3193741"/>
              <a:gd name="connsiteX232" fmla="*/ 4511569 w 5470628"/>
              <a:gd name="connsiteY232" fmla="*/ 186970 h 3193741"/>
              <a:gd name="connsiteX233" fmla="*/ 4510888 w 5470628"/>
              <a:gd name="connsiteY233" fmla="*/ 180943 h 3193741"/>
              <a:gd name="connsiteX234" fmla="*/ 4531865 w 5470628"/>
              <a:gd name="connsiteY234" fmla="*/ 155151 h 3193741"/>
              <a:gd name="connsiteX235" fmla="*/ 4573441 w 5470628"/>
              <a:gd name="connsiteY235" fmla="*/ 139676 h 3193741"/>
              <a:gd name="connsiteX236" fmla="*/ 4594964 w 5470628"/>
              <a:gd name="connsiteY236" fmla="*/ 145847 h 3193741"/>
              <a:gd name="connsiteX237" fmla="*/ 4623059 w 5470628"/>
              <a:gd name="connsiteY237" fmla="*/ 152410 h 3193741"/>
              <a:gd name="connsiteX238" fmla="*/ 4748356 w 5470628"/>
              <a:gd name="connsiteY238" fmla="*/ 68192 h 3193741"/>
              <a:gd name="connsiteX239" fmla="*/ 4833812 w 5470628"/>
              <a:gd name="connsiteY239" fmla="*/ 8017 h 3193741"/>
              <a:gd name="connsiteX240" fmla="*/ 4850908 w 5470628"/>
              <a:gd name="connsiteY240" fmla="*/ 727 h 319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470628" h="3193741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EFDA162-7466-F05F-9EC9-176CF3027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941" y="685801"/>
            <a:ext cx="3494859" cy="549116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Estàndards de Mètriques en Sostenibilitat</a:t>
            </a:r>
          </a:p>
        </p:txBody>
      </p:sp>
      <p:graphicFrame>
        <p:nvGraphicFramePr>
          <p:cNvPr id="5" name="Marcador de texto 2">
            <a:extLst>
              <a:ext uri="{FF2B5EF4-FFF2-40B4-BE49-F238E27FC236}">
                <a16:creationId xmlns:a16="http://schemas.microsoft.com/office/drawing/2014/main" id="{D98D21E4-758C-5FAF-6D1D-74FC23BE08F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42562794"/>
              </p:ext>
            </p:extLst>
          </p:nvPr>
        </p:nvGraphicFramePr>
        <p:xfrm>
          <a:off x="4702547" y="838199"/>
          <a:ext cx="6651253" cy="533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394245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6D4A35-02D7-F0A5-A3D2-D92F22C75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Inversió Socialment Responsable (ISR)</a:t>
            </a:r>
          </a:p>
        </p:txBody>
      </p:sp>
      <p:graphicFrame>
        <p:nvGraphicFramePr>
          <p:cNvPr id="5" name="Marcador de texto 2">
            <a:extLst>
              <a:ext uri="{FF2B5EF4-FFF2-40B4-BE49-F238E27FC236}">
                <a16:creationId xmlns:a16="http://schemas.microsoft.com/office/drawing/2014/main" id="{D48F05CE-392B-BFF0-714F-F802F1832E5A}"/>
              </a:ext>
            </a:extLst>
          </p:cNvPr>
          <p:cNvGraphicFramePr/>
          <p:nvPr/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033044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1ACA2EA0-FFD3-42EC-9406-B595015ED9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D5288BCE-665C-472A-8C43-664BCFA31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8762" y="1247775"/>
            <a:ext cx="9144000" cy="3007447"/>
          </a:xfrm>
          <a:prstGeom prst="rect">
            <a:avLst/>
          </a:prstGeom>
          <a:solidFill>
            <a:schemeClr val="bg1"/>
          </a:solidFill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2FD5AD0-C3AB-9DBA-C25D-E6C9D4CE4C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04988" y="1442172"/>
            <a:ext cx="8582025" cy="2177328"/>
          </a:xfrm>
        </p:spPr>
        <p:txBody>
          <a:bodyPr anchor="ctr">
            <a:normAutofit/>
          </a:bodyPr>
          <a:lstStyle/>
          <a:p>
            <a:r>
              <a:rPr lang="es-ES" sz="6600"/>
              <a:t>Dubtes i Preguntes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6C57131-53A7-4C1A-BEA8-25F06A06A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7872" y="3912322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65131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422</Words>
  <Application>Microsoft Office PowerPoint</Application>
  <PresentationFormat>Panorámica</PresentationFormat>
  <Paragraphs>47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Tema de Office</vt:lpstr>
      <vt:lpstr>RA1 - Concepte de Sostenibilitat i Aspectes ASG</vt:lpstr>
      <vt:lpstr>Introducció a la Sostenibilitat i els Marcs Internacionals</vt:lpstr>
      <vt:lpstr>Marcs Internacionals</vt:lpstr>
      <vt:lpstr>Aspectes ASG en Desenvolupament d'Aplicacions Multiplataforma</vt:lpstr>
      <vt:lpstr>Aspectes Socials</vt:lpstr>
      <vt:lpstr>Aspectes de Governança</vt:lpstr>
      <vt:lpstr>Objectius de Desenvolupament Sostenible (ODS)</vt:lpstr>
      <vt:lpstr>Identificació d'Aspectes ASG Rellevants pels Grups d'Interès</vt:lpstr>
      <vt:lpstr>Riscos i Oportunitats</vt:lpstr>
      <vt:lpstr>Estàndards de Mètriques en Sostenibilitat</vt:lpstr>
      <vt:lpstr>Inversió Socialment Responsable (ISR)</vt:lpstr>
      <vt:lpstr>Dubtes i Preguntes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Jaime Pérez Gómez</dc:creator>
  <cp:lastModifiedBy>Jaime Pérez Gómez</cp:lastModifiedBy>
  <cp:revision>1</cp:revision>
  <dcterms:created xsi:type="dcterms:W3CDTF">2024-09-09T14:40:36Z</dcterms:created>
  <dcterms:modified xsi:type="dcterms:W3CDTF">2024-09-09T14:44:10Z</dcterms:modified>
</cp:coreProperties>
</file>