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Position, Spacing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Aspect Ratio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elements are placed and shown in apps and websites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tells users how an interface works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expect things in familiar places: navigation, account, content and footer.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3383280" cy="1188720"/>
          </a:xfrm>
          <a:prstGeom prst="rect">
            <a:avLst/>
          </a:prstGeom>
          <a:solidFill>
            <a:srgbClr val="DCEBEE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location creates hierarchy before the user reads any words.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188720"/>
            <a:ext cx="4389120" cy="3566160"/>
          </a:xfrm>
          <a:prstGeom prst="rect">
            <a:avLst/>
          </a:prstGeom>
          <a:solidFill>
            <a:srgbClr val="FFFFFF"/>
          </a:solidFill>
          <a:ln w="15875">
            <a:solidFill>
              <a:srgbClr val="5F71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188720"/>
            <a:ext cx="4389120" cy="502920"/>
          </a:xfrm>
          <a:prstGeom prst="rect">
            <a:avLst/>
          </a:prstGeom>
          <a:solidFill>
            <a:srgbClr val="DCEBEE"/>
          </a:solidFill>
          <a:ln w="15875">
            <a:solidFill>
              <a:srgbClr val="5F71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691640"/>
            <a:ext cx="1097280" cy="2331720"/>
          </a:xfrm>
          <a:prstGeom prst="rect">
            <a:avLst/>
          </a:prstGeom>
          <a:solidFill>
            <a:srgbClr val="F4F7F9"/>
          </a:solidFill>
          <a:ln w="15875">
            <a:solidFill>
              <a:srgbClr val="5F71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691640"/>
            <a:ext cx="329184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5F71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4023360"/>
            <a:ext cx="4389120" cy="731520"/>
          </a:xfrm>
          <a:prstGeom prst="rect">
            <a:avLst/>
          </a:prstGeom>
          <a:solidFill>
            <a:srgbClr val="DCEBEE"/>
          </a:solidFill>
          <a:ln w="15875">
            <a:solidFill>
              <a:srgbClr val="5F71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position: a shared visual language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1143000"/>
            <a:ext cx="2194560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5F71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37560" y="1280160"/>
            <a:ext cx="1371600" cy="365760"/>
          </a:xfrm>
          <a:prstGeom prst="rect">
            <a:avLst/>
          </a:prstGeom>
          <a:solidFill>
            <a:srgbClr val="0F6E7A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UPPER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468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ABOVE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BELOW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4251960"/>
            <a:ext cx="1737360" cy="365760"/>
          </a:xfrm>
          <a:prstGeom prst="rect">
            <a:avLst/>
          </a:prstGeom>
          <a:solidFill>
            <a:srgbClr val="0F6E7A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· LOWER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upper edge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the top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another element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2801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another element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the bottom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lower edge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Horizontal position and screen zones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right organize the reading path.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can be to the left of or to the right of another.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 is the active zone: the main content asks for attention there.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1188720"/>
            <a:ext cx="16459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left corner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188720"/>
            <a:ext cx="16459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188720"/>
            <a:ext cx="16459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right corner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377440"/>
            <a:ext cx="16459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2377440"/>
            <a:ext cx="1645920" cy="1097280"/>
          </a:xfrm>
          <a:prstGeom prst="rect">
            <a:avLst/>
          </a:prstGeom>
          <a:solidFill>
            <a:srgbClr val="0F6E7A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377440"/>
            <a:ext cx="16459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566160"/>
            <a:ext cx="16459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left corner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links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3566160"/>
            <a:ext cx="16459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3566160"/>
            <a:ext cx="16459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right corner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button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 and direction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011680" cy="1188720"/>
          </a:xfrm>
          <a:prstGeom prst="rect">
            <a:avLst/>
          </a:prstGeom>
          <a:solidFill>
            <a:srgbClr val="C9D3D8"/>
          </a:solidFill>
          <a:ln w="15875">
            <a:solidFill>
              <a:srgbClr val="5F717A"/>
            </a:solidFill>
          </a:ln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651760"/>
            <a:ext cx="2194560" cy="1097280"/>
          </a:xfrm>
          <a:prstGeom prst="rect">
            <a:avLst/>
          </a:prstGeom>
          <a:solidFill>
            <a:srgbClr val="0F6E7A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shows what sits behind and what is in front.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194560"/>
            <a:ext cx="457200" cy="45720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828800"/>
            <a:ext cx="457200" cy="45720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194560"/>
            <a:ext cx="457200" cy="45720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377440"/>
            <a:ext cx="457200" cy="45720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194560"/>
            <a:ext cx="457200" cy="45720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926080"/>
            <a:ext cx="457200" cy="45720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navigation bar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side menu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do controls go in a row or in a column?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interfaces reuse familiar positions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265176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2377440" cy="32004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nav      account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640080" cy="1463040"/>
          </a:xfrm>
          <a:prstGeom prst="rect">
            <a:avLst/>
          </a:prstGeom>
          <a:solidFill>
            <a:srgbClr val="F4F7F9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74520"/>
            <a:ext cx="173736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337560"/>
            <a:ext cx="2377440" cy="36576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top left, account top right, footer at the bottom.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143000"/>
            <a:ext cx="265176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554480"/>
            <a:ext cx="2377440" cy="32004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        settings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874520"/>
            <a:ext cx="640080" cy="1463040"/>
          </a:xfrm>
          <a:prstGeom prst="rect">
            <a:avLst/>
          </a:prstGeom>
          <a:solidFill>
            <a:srgbClr val="F4F7F9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874520"/>
            <a:ext cx="17373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606040"/>
            <a:ext cx="17373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337560"/>
            <a:ext cx="2377440" cy="36576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on the left, main view in the center, metrics next to it.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143000"/>
            <a:ext cx="265176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1554480"/>
            <a:ext cx="1097280" cy="2194560"/>
          </a:xfrm>
          <a:prstGeom prst="rect">
            <a:avLst/>
          </a:prstGeom>
          <a:solidFill>
            <a:srgbClr val="F4F7F9"/>
          </a:solidFill>
          <a:ln w="15875">
            <a:solidFill>
              <a:srgbClr val="5F71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600200"/>
            <a:ext cx="41148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600200"/>
            <a:ext cx="41148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965960"/>
            <a:ext cx="10058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743200"/>
            <a:ext cx="411480" cy="274320"/>
          </a:xfrm>
          <a:prstGeom prst="rect">
            <a:avLst/>
          </a:prstGeom>
          <a:solidFill>
            <a:srgbClr val="E4572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383280"/>
            <a:ext cx="1005840" cy="32004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and profile at the top, action button and bottom navigation.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is outside. Padding is inside.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space outside an element.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space between the content and the border.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182880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743200"/>
            <a:ext cx="548640" cy="274320"/>
          </a:xfrm>
          <a:prstGeom prst="rect">
            <a:avLst/>
          </a:prstGeom>
          <a:solidFill>
            <a:srgbClr val="0F6E7A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51760"/>
            <a:ext cx="868680" cy="548640"/>
          </a:xfrm>
          <a:prstGeom prst="rect">
            <a:avLst/>
          </a:prstGeom>
          <a:solidFill>
            <a:srgbClr val="0F6E7A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padding = a bigger button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468880"/>
            <a:ext cx="182880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743200"/>
            <a:ext cx="502920" cy="36576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743200"/>
            <a:ext cx="502920" cy="36576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743200"/>
            <a:ext cx="45720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200400"/>
            <a:ext cx="502920" cy="36576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200400"/>
            <a:ext cx="502920" cy="36576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703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margin = more space from neighbors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DCEBEE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1737360"/>
            <a:ext cx="320040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03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(the edge)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2514600"/>
            <a:ext cx="2103120" cy="1005840"/>
          </a:xfrm>
          <a:prstGeom prst="rect">
            <a:avLst/>
          </a:prstGeom>
          <a:solidFill>
            <a:srgbClr val="0F6E7A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element itself)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Aspect ratio controls the shape of the frame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is the relationship between width and height. The same content changes character when the frame changes.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7280" cy="109728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2386584"/>
            <a:ext cx="1325880" cy="996696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wider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2560320"/>
            <a:ext cx="1463040" cy="822960"/>
          </a:xfrm>
          <a:prstGeom prst="rect">
            <a:avLst/>
          </a:prstGeom>
          <a:solidFill>
            <a:srgbClr val="0F6E7A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widescreen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560320"/>
            <a:ext cx="1920240" cy="82296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21:9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ultrawide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404872"/>
            <a:ext cx="548640" cy="978408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means 16 units of width for every 9 units of height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screens use different proportions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11643"/>
            <a:ext cx="822960" cy="462915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widescreen / video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35431"/>
            <a:ext cx="822960" cy="352697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2.39:1 cinematic widescreen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71850"/>
            <a:ext cx="822960" cy="61722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337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1.33:1 older TV and film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VIDEOGAMES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711643"/>
            <a:ext cx="822960" cy="462915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600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TVs, monitors, consoles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635431"/>
            <a:ext cx="822960" cy="352697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ultrawide PC monitors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1577340"/>
            <a:ext cx="329184" cy="73152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600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446020"/>
            <a:ext cx="329184" cy="73152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19.5:9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smartphones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314700"/>
            <a:ext cx="329184" cy="731520"/>
          </a:xfrm>
          <a:prstGeom prst="rect">
            <a:avLst/>
          </a:prstGeom>
          <a:solidFill>
            <a:srgbClr val="DCEBEE"/>
          </a:solidFill>
          <a:ln w="15875">
            <a:solidFill>
              <a:srgbClr val="0F6E7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337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smartphones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examples, not universal rules.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interfaces make three relationships visible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6517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element is located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280160"/>
            <a:ext cx="26517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outside, padding inside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280160"/>
            <a:ext cx="265176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DCEB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width and height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6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 Any 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2026-09-30T08:55:06Z</dcterms:created>
  <dcterms:modified xsi:type="dcterms:W3CDTF">2026-09-30T08:55:06Z</dcterms:modified>
</cp:coreProperties>
</file>